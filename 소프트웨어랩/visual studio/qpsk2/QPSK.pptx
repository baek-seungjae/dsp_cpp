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11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14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&#53685;&#54633;%20&#47928;&#49436;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&#53685;&#54633;%20&#47928;&#49436;1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&#53685;&#54633;%20&#47928;&#49436;1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&#53685;&#54633;%20&#47928;&#49436;1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&#53685;&#54633;%20&#47928;&#49436;1" TargetMode="Externa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&#53685;&#54633;%20&#47928;&#49436;1" TargetMode="Externa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oleObject" Target="&#53685;&#54633;%20&#47928;&#49436;1" TargetMode="External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oleObject" Target="&#53685;&#54633;%20&#47928;&#49436;1" TargetMode="External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oleObject" Target="&#53685;&#54633;%20&#47928;&#49436;1" TargetMode="Externa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&#53685;&#54633;%20&#47928;&#49436;1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&#53685;&#54633;%20&#47928;&#49436;1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oleObject" Target="&#53685;&#54633;%20&#47928;&#49436;1" TargetMode="External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oleObject" Target="&#53685;&#54633;%20&#47928;&#49436;1" TargetMode="External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oleObject" Target="&#53685;&#54633;%20&#47928;&#49436;1" TargetMode="External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oleObject" Target="&#53685;&#54633;%20&#47928;&#49436;1" TargetMode="External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oleObject" Target="&#53685;&#54633;%20&#47928;&#49436;1" TargetMode="External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oleObject" Target="&#53685;&#54633;%20&#47928;&#49436;1" TargetMode="External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oleObject" Target="&#53685;&#54633;%20&#47928;&#49436;1" TargetMode="External"/></Relationships>
</file>

<file path=ppt/charts/_rels/chart19.xml.rels><?xml version="1.0" encoding="UTF-8" standalone="yes"?>
<Relationships xmlns="http://schemas.openxmlformats.org/package/2006/relationships"><Relationship Id="rId1" Type="http://schemas.openxmlformats.org/officeDocument/2006/relationships/oleObject" Target="&#53685;&#54633;%20&#47928;&#49436;1" TargetMode="External"/></Relationships>
</file>

<file path=ppt/charts/_rels/chart20.xml.rels><?xml version="1.0" encoding="UTF-8" standalone="yes"?>
<Relationships xmlns="http://schemas.openxmlformats.org/package/2006/relationships"><Relationship Id="rId1" Type="http://schemas.openxmlformats.org/officeDocument/2006/relationships/oleObject" Target="&#53685;&#54633;%20&#47928;&#49436;1" TargetMode="External"/></Relationships>
</file>

<file path=ppt/charts/_rels/chart21.xml.rels><?xml version="1.0" encoding="UTF-8" standalone="yes"?>
<Relationships xmlns="http://schemas.openxmlformats.org/package/2006/relationships"><Relationship Id="rId1" Type="http://schemas.openxmlformats.org/officeDocument/2006/relationships/oleObject" Target="&#53685;&#54633;%20&#47928;&#49436;1" TargetMode="External"/></Relationships>
</file>

<file path=ppt/charts/_rels/chart22.xml.rels><?xml version="1.0" encoding="UTF-8" standalone="yes"?>
<Relationships xmlns="http://schemas.openxmlformats.org/package/2006/relationships"><Relationship Id="rId1" Type="http://schemas.openxmlformats.org/officeDocument/2006/relationships/oleObject" Target="&#53685;&#54633;%20&#47928;&#49436;1" TargetMode="External"/></Relationships>
</file>

<file path=ppt/charts/_rels/chart23.xml.rels><?xml version="1.0" encoding="UTF-8" standalone="yes"?>
<Relationships xmlns="http://schemas.openxmlformats.org/package/2006/relationships"><Relationship Id="rId1" Type="http://schemas.openxmlformats.org/officeDocument/2006/relationships/oleObject" Target="&#53685;&#54633;%20&#47928;&#49436;1" TargetMode="External"/></Relationships>
</file>

<file path=ppt/charts/_rels/chart24.xml.rels><?xml version="1.0" encoding="UTF-8" standalone="yes"?>
<Relationships xmlns="http://schemas.openxmlformats.org/package/2006/relationships"><Relationship Id="rId1" Type="http://schemas.openxmlformats.org/officeDocument/2006/relationships/oleObject" Target="&#53685;&#54633;%20&#47928;&#49436;1" TargetMode="External"/></Relationships>
</file>

<file path=ppt/charts/_rels/chart25.xml.rels><?xml version="1.0" encoding="UTF-8" standalone="yes"?>
<Relationships xmlns="http://schemas.openxmlformats.org/package/2006/relationships"><Relationship Id="rId1" Type="http://schemas.openxmlformats.org/officeDocument/2006/relationships/oleObject" Target="&#53685;&#54633;%20&#47928;&#49436;1" TargetMode="External"/></Relationships>
</file>

<file path=ppt/charts/_rels/chart26.xml.rels><?xml version="1.0" encoding="UTF-8" standalone="yes"?>
<Relationships xmlns="http://schemas.openxmlformats.org/package/2006/relationships"><Relationship Id="rId1" Type="http://schemas.openxmlformats.org/officeDocument/2006/relationships/oleObject" Target="&#53685;&#54633;%20&#47928;&#49436;1" TargetMode="External"/></Relationships>
</file>

<file path=ppt/charts/_rels/chart27.xml.rels><?xml version="1.0" encoding="UTF-8" standalone="yes"?>
<Relationships xmlns="http://schemas.openxmlformats.org/package/2006/relationships"><Relationship Id="rId1" Type="http://schemas.openxmlformats.org/officeDocument/2006/relationships/oleObject" Target="&#53685;&#54633;%20&#47928;&#49436;1" TargetMode="External"/></Relationships>
</file>

<file path=ppt/charts/_rels/chart28.xml.rels><?xml version="1.0" encoding="UTF-8" standalone="yes"?>
<Relationships xmlns="http://schemas.openxmlformats.org/package/2006/relationships"><Relationship Id="rId3" Type="http://schemas.openxmlformats.org/officeDocument/2006/relationships/oleObject" Target="&#53685;&#54633;%20&#47928;&#49436;1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/>
              <a:t>SIN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Sheet1!$A$1:$A$21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</c:numCache>
            </c:numRef>
          </c:xVal>
          <c:yVal>
            <c:numRef>
              <c:f>Sheet1!$B$1:$B$21</c:f>
              <c:numCache>
                <c:formatCode>General</c:formatCode>
                <c:ptCount val="21"/>
                <c:pt idx="0">
                  <c:v>0</c:v>
                </c:pt>
                <c:pt idx="1">
                  <c:v>0.3090169943749474</c:v>
                </c:pt>
                <c:pt idx="2">
                  <c:v>0.58778525229247314</c:v>
                </c:pt>
                <c:pt idx="3">
                  <c:v>0.80901699437494745</c:v>
                </c:pt>
                <c:pt idx="4">
                  <c:v>0.95105651629515353</c:v>
                </c:pt>
                <c:pt idx="5">
                  <c:v>1</c:v>
                </c:pt>
                <c:pt idx="6">
                  <c:v>0.95105651629515364</c:v>
                </c:pt>
                <c:pt idx="7">
                  <c:v>0.80901699437494745</c:v>
                </c:pt>
                <c:pt idx="8">
                  <c:v>0.58778525229247325</c:v>
                </c:pt>
                <c:pt idx="9">
                  <c:v>0.30901699437494751</c:v>
                </c:pt>
                <c:pt idx="10">
                  <c:v>1.22514845490862E-16</c:v>
                </c:pt>
                <c:pt idx="11">
                  <c:v>-0.3090169943749469</c:v>
                </c:pt>
                <c:pt idx="12">
                  <c:v>-0.58778525229247303</c:v>
                </c:pt>
                <c:pt idx="13">
                  <c:v>-0.80901699437494734</c:v>
                </c:pt>
                <c:pt idx="14">
                  <c:v>-0.95105651629515353</c:v>
                </c:pt>
                <c:pt idx="15">
                  <c:v>-1</c:v>
                </c:pt>
                <c:pt idx="16">
                  <c:v>-0.95105651629515364</c:v>
                </c:pt>
                <c:pt idx="17">
                  <c:v>-0.80901699437494756</c:v>
                </c:pt>
                <c:pt idx="18">
                  <c:v>-0.58778525229247336</c:v>
                </c:pt>
                <c:pt idx="19">
                  <c:v>-0.30901699437494762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DC67-4D98-BD34-C0B385CD766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53592568"/>
        <c:axId val="553592896"/>
      </c:scatterChart>
      <c:valAx>
        <c:axId val="55359256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53592896"/>
        <c:crosses val="autoZero"/>
        <c:crossBetween val="midCat"/>
      </c:valAx>
      <c:valAx>
        <c:axId val="5535928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5359256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/>
              <a:t>COS</a:t>
            </a:r>
            <a:endParaRPr lang="ko-KR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Sheet1!$A$1:$A$21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</c:numCache>
            </c:numRef>
          </c:xVal>
          <c:yVal>
            <c:numRef>
              <c:f>Sheet1!$C$1:$C$21</c:f>
              <c:numCache>
                <c:formatCode>General</c:formatCode>
                <c:ptCount val="21"/>
                <c:pt idx="0">
                  <c:v>1</c:v>
                </c:pt>
                <c:pt idx="1">
                  <c:v>0.95105651629515353</c:v>
                </c:pt>
                <c:pt idx="2">
                  <c:v>0.80901699437494745</c:v>
                </c:pt>
                <c:pt idx="3">
                  <c:v>0.58778525229247314</c:v>
                </c:pt>
                <c:pt idx="4">
                  <c:v>0.30901699437494745</c:v>
                </c:pt>
                <c:pt idx="5">
                  <c:v>6.1257422745431001E-17</c:v>
                </c:pt>
                <c:pt idx="6">
                  <c:v>-0.30901699437494734</c:v>
                </c:pt>
                <c:pt idx="7">
                  <c:v>-0.58778525229247303</c:v>
                </c:pt>
                <c:pt idx="8">
                  <c:v>-0.80901699437494734</c:v>
                </c:pt>
                <c:pt idx="9">
                  <c:v>-0.95105651629515353</c:v>
                </c:pt>
                <c:pt idx="10">
                  <c:v>-1</c:v>
                </c:pt>
                <c:pt idx="11">
                  <c:v>-0.95105651629515375</c:v>
                </c:pt>
                <c:pt idx="12">
                  <c:v>-0.80901699437494756</c:v>
                </c:pt>
                <c:pt idx="13">
                  <c:v>-0.58778525229247325</c:v>
                </c:pt>
                <c:pt idx="14">
                  <c:v>-0.30901699437494756</c:v>
                </c:pt>
                <c:pt idx="15">
                  <c:v>-1.83772268236293E-16</c:v>
                </c:pt>
                <c:pt idx="16">
                  <c:v>0.30901699437494723</c:v>
                </c:pt>
                <c:pt idx="17">
                  <c:v>0.58778525229247292</c:v>
                </c:pt>
                <c:pt idx="18">
                  <c:v>0.80901699437494734</c:v>
                </c:pt>
                <c:pt idx="19">
                  <c:v>0.95105651629515353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E48C-4093-927C-4457458A062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48070240"/>
        <c:axId val="548069912"/>
      </c:scatterChart>
      <c:valAx>
        <c:axId val="54807024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48069912"/>
        <c:crosses val="autoZero"/>
        <c:crossBetween val="midCat"/>
      </c:valAx>
      <c:valAx>
        <c:axId val="5480699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48070240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dirty="0"/>
              <a:t>COS + SIN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scatterChart>
        <c:scatterStyle val="smoothMarker"/>
        <c:varyColors val="0"/>
        <c:ser>
          <c:idx val="1"/>
          <c:order val="0"/>
          <c:xVal>
            <c:numRef>
              <c:f>Sheet1!$A$1:$A$21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</c:numCache>
            </c:numRef>
          </c:xVal>
          <c:yVal>
            <c:numRef>
              <c:f>Sheet1!$E$1:$E$21</c:f>
              <c:numCache>
                <c:formatCode>General</c:formatCode>
                <c:ptCount val="21"/>
                <c:pt idx="0">
                  <c:v>1</c:v>
                </c:pt>
                <c:pt idx="1">
                  <c:v>1.2600735106701009</c:v>
                </c:pt>
                <c:pt idx="2">
                  <c:v>1.3968022466674206</c:v>
                </c:pt>
                <c:pt idx="3">
                  <c:v>1.3968022466674206</c:v>
                </c:pt>
                <c:pt idx="4">
                  <c:v>1.2600735106701011</c:v>
                </c:pt>
                <c:pt idx="5">
                  <c:v>1</c:v>
                </c:pt>
                <c:pt idx="6">
                  <c:v>0.6420395219202063</c:v>
                </c:pt>
                <c:pt idx="7">
                  <c:v>0.22123174208247443</c:v>
                </c:pt>
                <c:pt idx="8">
                  <c:v>-0.22123174208247409</c:v>
                </c:pt>
                <c:pt idx="9">
                  <c:v>-0.64203952192020597</c:v>
                </c:pt>
                <c:pt idx="10">
                  <c:v>-0.99999999999999989</c:v>
                </c:pt>
                <c:pt idx="11">
                  <c:v>-1.2600735106701006</c:v>
                </c:pt>
                <c:pt idx="12">
                  <c:v>-1.3968022466674206</c:v>
                </c:pt>
                <c:pt idx="13">
                  <c:v>-1.3968022466674206</c:v>
                </c:pt>
                <c:pt idx="14">
                  <c:v>-1.2600735106701011</c:v>
                </c:pt>
                <c:pt idx="15">
                  <c:v>-1.0000000000000002</c:v>
                </c:pt>
                <c:pt idx="16">
                  <c:v>-0.64203952192020641</c:v>
                </c:pt>
                <c:pt idx="17">
                  <c:v>-0.22123174208247465</c:v>
                </c:pt>
                <c:pt idx="18">
                  <c:v>0.22123174208247398</c:v>
                </c:pt>
                <c:pt idx="19">
                  <c:v>0.64203952192020597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EB89-43DD-B440-909EB4D5868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48078112"/>
        <c:axId val="457060912"/>
      </c:scatterChart>
      <c:valAx>
        <c:axId val="54807811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57060912"/>
        <c:crosses val="autoZero"/>
        <c:crossBetween val="midCat"/>
      </c:valAx>
      <c:valAx>
        <c:axId val="4570609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48078112"/>
        <c:crosses val="autoZero"/>
        <c:crossBetween val="midCat"/>
      </c:valAx>
    </c:plotArea>
    <c:plotVisOnly val="1"/>
    <c:dispBlanksAs val="gap"/>
    <c:showDLblsOverMax val="0"/>
    <c:extLst/>
  </c:chart>
  <c:txPr>
    <a:bodyPr/>
    <a:lstStyle/>
    <a:p>
      <a:pPr>
        <a:defRPr/>
      </a:pPr>
      <a:endParaRPr lang="ko-KR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dirty="0"/>
              <a:t>- COS + SIN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scatterChart>
        <c:scatterStyle val="smoothMarker"/>
        <c:varyColors val="0"/>
        <c:ser>
          <c:idx val="1"/>
          <c:order val="0"/>
          <c:xVal>
            <c:numRef>
              <c:f>Sheet1!$A$1:$A$21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</c:numCache>
            </c:numRef>
          </c:xVal>
          <c:yVal>
            <c:numRef>
              <c:f>Sheet1!$F$1:$F$21</c:f>
              <c:numCache>
                <c:formatCode>General</c:formatCode>
                <c:ptCount val="21"/>
                <c:pt idx="0">
                  <c:v>-1</c:v>
                </c:pt>
                <c:pt idx="1">
                  <c:v>-0.64203952192020619</c:v>
                </c:pt>
                <c:pt idx="2">
                  <c:v>-0.22123174208247431</c:v>
                </c:pt>
                <c:pt idx="3">
                  <c:v>0.22123174208247431</c:v>
                </c:pt>
                <c:pt idx="4">
                  <c:v>0.64203952192020608</c:v>
                </c:pt>
                <c:pt idx="5">
                  <c:v>0.99999999999999989</c:v>
                </c:pt>
                <c:pt idx="6">
                  <c:v>1.2600735106701011</c:v>
                </c:pt>
                <c:pt idx="7">
                  <c:v>1.3968022466674204</c:v>
                </c:pt>
                <c:pt idx="8">
                  <c:v>1.3968022466674206</c:v>
                </c:pt>
                <c:pt idx="9">
                  <c:v>1.2600735106701011</c:v>
                </c:pt>
                <c:pt idx="10">
                  <c:v>1.0000000000000002</c:v>
                </c:pt>
                <c:pt idx="11">
                  <c:v>0.64203952192020686</c:v>
                </c:pt>
                <c:pt idx="12">
                  <c:v>0.22123174208247454</c:v>
                </c:pt>
                <c:pt idx="13">
                  <c:v>-0.22123174208247409</c:v>
                </c:pt>
                <c:pt idx="14">
                  <c:v>-0.64203952192020597</c:v>
                </c:pt>
                <c:pt idx="15">
                  <c:v>-0.99999999999999978</c:v>
                </c:pt>
                <c:pt idx="16">
                  <c:v>-1.2600735106701009</c:v>
                </c:pt>
                <c:pt idx="17">
                  <c:v>-1.3968022466674204</c:v>
                </c:pt>
                <c:pt idx="18">
                  <c:v>-1.3968022466674208</c:v>
                </c:pt>
                <c:pt idx="19">
                  <c:v>-1.2600735106701011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8BD3-4E56-8D71-B8012655EFB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48078112"/>
        <c:axId val="457060912"/>
      </c:scatterChart>
      <c:valAx>
        <c:axId val="54807811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57060912"/>
        <c:crosses val="autoZero"/>
        <c:crossBetween val="midCat"/>
      </c:valAx>
      <c:valAx>
        <c:axId val="4570609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48078112"/>
        <c:crosses val="autoZero"/>
        <c:crossBetween val="midCat"/>
      </c:valAx>
    </c:plotArea>
    <c:plotVisOnly val="1"/>
    <c:dispBlanksAs val="gap"/>
    <c:showDLblsOverMax val="0"/>
    <c:extLst/>
  </c:chart>
  <c:txPr>
    <a:bodyPr/>
    <a:lstStyle/>
    <a:p>
      <a:pPr>
        <a:defRPr/>
      </a:pPr>
      <a:endParaRPr lang="ko-KR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400" b="0" i="0" u="none" strike="noStrike" baseline="0" dirty="0">
                <a:effectLst/>
              </a:rPr>
              <a:t>COS </a:t>
            </a:r>
            <a:r>
              <a:rPr lang="en-US" altLang="ko-KR" dirty="0"/>
              <a:t>- SIN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scatterChart>
        <c:scatterStyle val="smoothMarker"/>
        <c:varyColors val="0"/>
        <c:ser>
          <c:idx val="1"/>
          <c:order val="0"/>
          <c:xVal>
            <c:numRef>
              <c:f>Sheet1!$A$1:$A$21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</c:numCache>
            </c:numRef>
          </c:xVal>
          <c:yVal>
            <c:numRef>
              <c:f>Sheet1!$G$1:$G$21</c:f>
              <c:numCache>
                <c:formatCode>General</c:formatCode>
                <c:ptCount val="21"/>
                <c:pt idx="0">
                  <c:v>1</c:v>
                </c:pt>
                <c:pt idx="1">
                  <c:v>0.64203952192020619</c:v>
                </c:pt>
                <c:pt idx="2">
                  <c:v>0.22123174208247431</c:v>
                </c:pt>
                <c:pt idx="3">
                  <c:v>-0.22123174208247431</c:v>
                </c:pt>
                <c:pt idx="4">
                  <c:v>-0.64203952192020608</c:v>
                </c:pt>
                <c:pt idx="5">
                  <c:v>-0.99999999999999989</c:v>
                </c:pt>
                <c:pt idx="6">
                  <c:v>-1.2600735106701011</c:v>
                </c:pt>
                <c:pt idx="7">
                  <c:v>-1.3968022466674204</c:v>
                </c:pt>
                <c:pt idx="8">
                  <c:v>-1.3968022466674206</c:v>
                </c:pt>
                <c:pt idx="9">
                  <c:v>-1.2600735106701011</c:v>
                </c:pt>
                <c:pt idx="10">
                  <c:v>-1.0000000000000002</c:v>
                </c:pt>
                <c:pt idx="11">
                  <c:v>-0.64203952192020686</c:v>
                </c:pt>
                <c:pt idx="12">
                  <c:v>-0.22123174208247454</c:v>
                </c:pt>
                <c:pt idx="13">
                  <c:v>0.22123174208247409</c:v>
                </c:pt>
                <c:pt idx="14">
                  <c:v>0.64203952192020597</c:v>
                </c:pt>
                <c:pt idx="15">
                  <c:v>0.99999999999999978</c:v>
                </c:pt>
                <c:pt idx="16">
                  <c:v>1.2600735106701009</c:v>
                </c:pt>
                <c:pt idx="17">
                  <c:v>1.3968022466674204</c:v>
                </c:pt>
                <c:pt idx="18">
                  <c:v>1.3968022466674208</c:v>
                </c:pt>
                <c:pt idx="19">
                  <c:v>1.2600735106701011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EDB7-4CBA-B016-5F884902B88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48078112"/>
        <c:axId val="457060912"/>
      </c:scatterChart>
      <c:valAx>
        <c:axId val="54807811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57060912"/>
        <c:crosses val="autoZero"/>
        <c:crossBetween val="midCat"/>
      </c:valAx>
      <c:valAx>
        <c:axId val="4570609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48078112"/>
        <c:crosses val="autoZero"/>
        <c:crossBetween val="midCat"/>
      </c:valAx>
    </c:plotArea>
    <c:plotVisOnly val="1"/>
    <c:dispBlanksAs val="gap"/>
    <c:showDLblsOverMax val="0"/>
    <c:extLst/>
  </c:chart>
  <c:txPr>
    <a:bodyPr/>
    <a:lstStyle/>
    <a:p>
      <a:pPr>
        <a:defRPr/>
      </a:pPr>
      <a:endParaRPr lang="ko-KR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dirty="0"/>
              <a:t>- COS</a:t>
            </a:r>
            <a:r>
              <a:rPr lang="en-US" altLang="ko-KR" baseline="0" dirty="0"/>
              <a:t> - SIN</a:t>
            </a:r>
            <a:endParaRPr lang="en-US" altLang="ko-KR" dirty="0"/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scatterChart>
        <c:scatterStyle val="smoothMarker"/>
        <c:varyColors val="0"/>
        <c:ser>
          <c:idx val="1"/>
          <c:order val="0"/>
          <c:xVal>
            <c:numRef>
              <c:f>Sheet1!$A$1:$A$21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</c:numCache>
            </c:numRef>
          </c:xVal>
          <c:yVal>
            <c:numRef>
              <c:f>Sheet1!$H$1:$H$21</c:f>
              <c:numCache>
                <c:formatCode>General</c:formatCode>
                <c:ptCount val="21"/>
                <c:pt idx="0">
                  <c:v>-1</c:v>
                </c:pt>
                <c:pt idx="1">
                  <c:v>-1.2600735106701009</c:v>
                </c:pt>
                <c:pt idx="2">
                  <c:v>-1.3968022466674206</c:v>
                </c:pt>
                <c:pt idx="3">
                  <c:v>-1.3968022466674206</c:v>
                </c:pt>
                <c:pt idx="4">
                  <c:v>-1.2600735106701011</c:v>
                </c:pt>
                <c:pt idx="5">
                  <c:v>-1</c:v>
                </c:pt>
                <c:pt idx="6">
                  <c:v>-0.6420395219202063</c:v>
                </c:pt>
                <c:pt idx="7">
                  <c:v>-0.22123174208247443</c:v>
                </c:pt>
                <c:pt idx="8">
                  <c:v>0.22123174208247409</c:v>
                </c:pt>
                <c:pt idx="9">
                  <c:v>0.64203952192020597</c:v>
                </c:pt>
                <c:pt idx="10">
                  <c:v>0.99999999999999989</c:v>
                </c:pt>
                <c:pt idx="11">
                  <c:v>1.2600735106701006</c:v>
                </c:pt>
                <c:pt idx="12">
                  <c:v>1.3968022466674206</c:v>
                </c:pt>
                <c:pt idx="13">
                  <c:v>1.3968022466674206</c:v>
                </c:pt>
                <c:pt idx="14">
                  <c:v>1.2600735106701011</c:v>
                </c:pt>
                <c:pt idx="15">
                  <c:v>1.0000000000000002</c:v>
                </c:pt>
                <c:pt idx="16">
                  <c:v>0.64203952192020641</c:v>
                </c:pt>
                <c:pt idx="17">
                  <c:v>0.22123174208247465</c:v>
                </c:pt>
                <c:pt idx="18">
                  <c:v>-0.22123174208247398</c:v>
                </c:pt>
                <c:pt idx="19">
                  <c:v>-0.64203952192020597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D97F-4839-95E1-DB9A1A8E376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48078112"/>
        <c:axId val="457060912"/>
      </c:scatterChart>
      <c:valAx>
        <c:axId val="54807811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57060912"/>
        <c:crosses val="autoZero"/>
        <c:crossBetween val="midCat"/>
      </c:valAx>
      <c:valAx>
        <c:axId val="4570609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48078112"/>
        <c:crosses val="autoZero"/>
        <c:crossBetween val="midCat"/>
      </c:valAx>
    </c:plotArea>
    <c:plotVisOnly val="1"/>
    <c:dispBlanksAs val="gap"/>
    <c:showDLblsOverMax val="0"/>
    <c:extLst/>
  </c:chart>
  <c:txPr>
    <a:bodyPr/>
    <a:lstStyle/>
    <a:p>
      <a:pPr>
        <a:defRPr/>
      </a:pPr>
      <a:endParaRPr lang="ko-KR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smoothMarker"/>
        <c:varyColors val="0"/>
        <c:ser>
          <c:idx val="8"/>
          <c:order val="0"/>
          <c:xVal>
            <c:numRef>
              <c:f>Sheet1!$A$1:$A$21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</c:numCache>
            </c:numRef>
          </c:xVal>
          <c:yVal>
            <c:numRef>
              <c:f>Sheet1!$E$1:$E$21</c:f>
              <c:numCache>
                <c:formatCode>General</c:formatCode>
                <c:ptCount val="21"/>
                <c:pt idx="0">
                  <c:v>1</c:v>
                </c:pt>
                <c:pt idx="1">
                  <c:v>1.2600735106701009</c:v>
                </c:pt>
                <c:pt idx="2">
                  <c:v>1.3968022466674206</c:v>
                </c:pt>
                <c:pt idx="3">
                  <c:v>1.3968022466674206</c:v>
                </c:pt>
                <c:pt idx="4">
                  <c:v>1.2600735106701011</c:v>
                </c:pt>
                <c:pt idx="5">
                  <c:v>1</c:v>
                </c:pt>
                <c:pt idx="6">
                  <c:v>0.6420395219202063</c:v>
                </c:pt>
                <c:pt idx="7">
                  <c:v>0.22123174208247443</c:v>
                </c:pt>
                <c:pt idx="8">
                  <c:v>-0.22123174208247409</c:v>
                </c:pt>
                <c:pt idx="9">
                  <c:v>-0.64203952192020597</c:v>
                </c:pt>
                <c:pt idx="10">
                  <c:v>-0.99999999999999989</c:v>
                </c:pt>
                <c:pt idx="11">
                  <c:v>-1.2600735106701006</c:v>
                </c:pt>
                <c:pt idx="12">
                  <c:v>-1.3968022466674206</c:v>
                </c:pt>
                <c:pt idx="13">
                  <c:v>-1.3968022466674206</c:v>
                </c:pt>
                <c:pt idx="14">
                  <c:v>-1.2600735106701011</c:v>
                </c:pt>
                <c:pt idx="15">
                  <c:v>-1.0000000000000002</c:v>
                </c:pt>
                <c:pt idx="16">
                  <c:v>-0.64203952192020641</c:v>
                </c:pt>
                <c:pt idx="17">
                  <c:v>-0.22123174208247465</c:v>
                </c:pt>
                <c:pt idx="18">
                  <c:v>0.22123174208247398</c:v>
                </c:pt>
                <c:pt idx="19">
                  <c:v>0.64203952192020597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A11B-4CE5-BD80-ABDF9ED0FEFA}"/>
            </c:ext>
          </c:extLst>
        </c:ser>
        <c:ser>
          <c:idx val="9"/>
          <c:order val="1"/>
          <c:spPr>
            <a:ln w="19050" cap="rnd">
              <a:solidFill>
                <a:schemeClr val="accent1"/>
              </a:solidFill>
              <a:round/>
            </a:ln>
            <a:effectLst/>
          </c:spPr>
          <c:xVal>
            <c:numRef>
              <c:f>Sheet1!$A$1:$A$21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</c:numCache>
            </c:numRef>
          </c:xVal>
          <c:yVal>
            <c:numRef>
              <c:f>Sheet1!$E$1:$E$21</c:f>
              <c:numCache>
                <c:formatCode>General</c:formatCode>
                <c:ptCount val="21"/>
                <c:pt idx="0">
                  <c:v>1</c:v>
                </c:pt>
                <c:pt idx="1">
                  <c:v>1.2600735106701009</c:v>
                </c:pt>
                <c:pt idx="2">
                  <c:v>1.3968022466674206</c:v>
                </c:pt>
                <c:pt idx="3">
                  <c:v>1.3968022466674206</c:v>
                </c:pt>
                <c:pt idx="4">
                  <c:v>1.2600735106701011</c:v>
                </c:pt>
                <c:pt idx="5">
                  <c:v>1</c:v>
                </c:pt>
                <c:pt idx="6">
                  <c:v>0.6420395219202063</c:v>
                </c:pt>
                <c:pt idx="7">
                  <c:v>0.22123174208247443</c:v>
                </c:pt>
                <c:pt idx="8">
                  <c:v>-0.22123174208247409</c:v>
                </c:pt>
                <c:pt idx="9">
                  <c:v>-0.64203952192020597</c:v>
                </c:pt>
                <c:pt idx="10">
                  <c:v>-0.99999999999999989</c:v>
                </c:pt>
                <c:pt idx="11">
                  <c:v>-1.2600735106701006</c:v>
                </c:pt>
                <c:pt idx="12">
                  <c:v>-1.3968022466674206</c:v>
                </c:pt>
                <c:pt idx="13">
                  <c:v>-1.3968022466674206</c:v>
                </c:pt>
                <c:pt idx="14">
                  <c:v>-1.2600735106701011</c:v>
                </c:pt>
                <c:pt idx="15">
                  <c:v>-1.0000000000000002</c:v>
                </c:pt>
                <c:pt idx="16">
                  <c:v>-0.64203952192020641</c:v>
                </c:pt>
                <c:pt idx="17">
                  <c:v>-0.22123174208247465</c:v>
                </c:pt>
                <c:pt idx="18">
                  <c:v>0.22123174208247398</c:v>
                </c:pt>
                <c:pt idx="19">
                  <c:v>0.64203952192020597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A11B-4CE5-BD80-ABDF9ED0FEFA}"/>
            </c:ext>
          </c:extLst>
        </c:ser>
        <c:ser>
          <c:idx val="10"/>
          <c:order val="2"/>
          <c:xVal>
            <c:numRef>
              <c:f>Sheet1!$A$1:$A$21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</c:numCache>
            </c:numRef>
          </c:xVal>
          <c:yVal>
            <c:numRef>
              <c:f>Sheet1!$E$1:$E$21</c:f>
              <c:numCache>
                <c:formatCode>General</c:formatCode>
                <c:ptCount val="21"/>
                <c:pt idx="0">
                  <c:v>1</c:v>
                </c:pt>
                <c:pt idx="1">
                  <c:v>1.2600735106701009</c:v>
                </c:pt>
                <c:pt idx="2">
                  <c:v>1.3968022466674206</c:v>
                </c:pt>
                <c:pt idx="3">
                  <c:v>1.3968022466674206</c:v>
                </c:pt>
                <c:pt idx="4">
                  <c:v>1.2600735106701011</c:v>
                </c:pt>
                <c:pt idx="5">
                  <c:v>1</c:v>
                </c:pt>
                <c:pt idx="6">
                  <c:v>0.6420395219202063</c:v>
                </c:pt>
                <c:pt idx="7">
                  <c:v>0.22123174208247443</c:v>
                </c:pt>
                <c:pt idx="8">
                  <c:v>-0.22123174208247409</c:v>
                </c:pt>
                <c:pt idx="9">
                  <c:v>-0.64203952192020597</c:v>
                </c:pt>
                <c:pt idx="10">
                  <c:v>-0.99999999999999989</c:v>
                </c:pt>
                <c:pt idx="11">
                  <c:v>-1.2600735106701006</c:v>
                </c:pt>
                <c:pt idx="12">
                  <c:v>-1.3968022466674206</c:v>
                </c:pt>
                <c:pt idx="13">
                  <c:v>-1.3968022466674206</c:v>
                </c:pt>
                <c:pt idx="14">
                  <c:v>-1.2600735106701011</c:v>
                </c:pt>
                <c:pt idx="15">
                  <c:v>-1.0000000000000002</c:v>
                </c:pt>
                <c:pt idx="16">
                  <c:v>-0.64203952192020641</c:v>
                </c:pt>
                <c:pt idx="17">
                  <c:v>-0.22123174208247465</c:v>
                </c:pt>
                <c:pt idx="18">
                  <c:v>0.22123174208247398</c:v>
                </c:pt>
                <c:pt idx="19">
                  <c:v>0.64203952192020597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A11B-4CE5-BD80-ABDF9ED0FEFA}"/>
            </c:ext>
          </c:extLst>
        </c:ser>
        <c:ser>
          <c:idx val="11"/>
          <c:order val="3"/>
          <c:xVal>
            <c:numRef>
              <c:f>Sheet1!$A$1:$A$21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</c:numCache>
            </c:numRef>
          </c:xVal>
          <c:yVal>
            <c:numRef>
              <c:f>Sheet1!$F$1:$F$21</c:f>
              <c:numCache>
                <c:formatCode>General</c:formatCode>
                <c:ptCount val="21"/>
                <c:pt idx="0">
                  <c:v>-1</c:v>
                </c:pt>
                <c:pt idx="1">
                  <c:v>-0.64203952192020619</c:v>
                </c:pt>
                <c:pt idx="2">
                  <c:v>-0.22123174208247431</c:v>
                </c:pt>
                <c:pt idx="3">
                  <c:v>0.22123174208247431</c:v>
                </c:pt>
                <c:pt idx="4">
                  <c:v>0.64203952192020608</c:v>
                </c:pt>
                <c:pt idx="5">
                  <c:v>0.99999999999999989</c:v>
                </c:pt>
                <c:pt idx="6">
                  <c:v>1.2600735106701011</c:v>
                </c:pt>
                <c:pt idx="7">
                  <c:v>1.3968022466674204</c:v>
                </c:pt>
                <c:pt idx="8">
                  <c:v>1.3968022466674206</c:v>
                </c:pt>
                <c:pt idx="9">
                  <c:v>1.2600735106701011</c:v>
                </c:pt>
                <c:pt idx="10">
                  <c:v>1.0000000000000002</c:v>
                </c:pt>
                <c:pt idx="11">
                  <c:v>0.64203952192020686</c:v>
                </c:pt>
                <c:pt idx="12">
                  <c:v>0.22123174208247454</c:v>
                </c:pt>
                <c:pt idx="13">
                  <c:v>-0.22123174208247409</c:v>
                </c:pt>
                <c:pt idx="14">
                  <c:v>-0.64203952192020597</c:v>
                </c:pt>
                <c:pt idx="15">
                  <c:v>-0.99999999999999978</c:v>
                </c:pt>
                <c:pt idx="16">
                  <c:v>-1.2600735106701009</c:v>
                </c:pt>
                <c:pt idx="17">
                  <c:v>-1.3968022466674204</c:v>
                </c:pt>
                <c:pt idx="18">
                  <c:v>-1.3968022466674208</c:v>
                </c:pt>
                <c:pt idx="19">
                  <c:v>-1.2600735106701011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3-A11B-4CE5-BD80-ABDF9ED0FEFA}"/>
            </c:ext>
          </c:extLst>
        </c:ser>
        <c:ser>
          <c:idx val="12"/>
          <c:order val="4"/>
          <c:xVal>
            <c:numRef>
              <c:f>Sheet1!$A$1:$A$21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</c:numCache>
            </c:numRef>
          </c:xVal>
          <c:yVal>
            <c:numRef>
              <c:f>Sheet1!$E$1:$E$21</c:f>
              <c:numCache>
                <c:formatCode>General</c:formatCode>
                <c:ptCount val="21"/>
                <c:pt idx="0">
                  <c:v>1</c:v>
                </c:pt>
                <c:pt idx="1">
                  <c:v>1.2600735106701009</c:v>
                </c:pt>
                <c:pt idx="2">
                  <c:v>1.3968022466674206</c:v>
                </c:pt>
                <c:pt idx="3">
                  <c:v>1.3968022466674206</c:v>
                </c:pt>
                <c:pt idx="4">
                  <c:v>1.2600735106701011</c:v>
                </c:pt>
                <c:pt idx="5">
                  <c:v>1</c:v>
                </c:pt>
                <c:pt idx="6">
                  <c:v>0.6420395219202063</c:v>
                </c:pt>
                <c:pt idx="7">
                  <c:v>0.22123174208247443</c:v>
                </c:pt>
                <c:pt idx="8">
                  <c:v>-0.22123174208247409</c:v>
                </c:pt>
                <c:pt idx="9">
                  <c:v>-0.64203952192020597</c:v>
                </c:pt>
                <c:pt idx="10">
                  <c:v>-0.99999999999999989</c:v>
                </c:pt>
                <c:pt idx="11">
                  <c:v>-1.2600735106701006</c:v>
                </c:pt>
                <c:pt idx="12">
                  <c:v>-1.3968022466674206</c:v>
                </c:pt>
                <c:pt idx="13">
                  <c:v>-1.3968022466674206</c:v>
                </c:pt>
                <c:pt idx="14">
                  <c:v>-1.2600735106701011</c:v>
                </c:pt>
                <c:pt idx="15">
                  <c:v>-1.0000000000000002</c:v>
                </c:pt>
                <c:pt idx="16">
                  <c:v>-0.64203952192020641</c:v>
                </c:pt>
                <c:pt idx="17">
                  <c:v>-0.22123174208247465</c:v>
                </c:pt>
                <c:pt idx="18">
                  <c:v>0.22123174208247398</c:v>
                </c:pt>
                <c:pt idx="19">
                  <c:v>0.64203952192020597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4-A11B-4CE5-BD80-ABDF9ED0FEFA}"/>
            </c:ext>
          </c:extLst>
        </c:ser>
        <c:ser>
          <c:idx val="13"/>
          <c:order val="5"/>
          <c:spPr>
            <a:ln w="19050" cap="rnd">
              <a:solidFill>
                <a:schemeClr val="accent1"/>
              </a:solidFill>
              <a:round/>
            </a:ln>
            <a:effectLst/>
          </c:spPr>
          <c:xVal>
            <c:numRef>
              <c:f>Sheet1!$A$1:$A$21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</c:numCache>
            </c:numRef>
          </c:xVal>
          <c:yVal>
            <c:numRef>
              <c:f>Sheet1!$E$1:$E$21</c:f>
              <c:numCache>
                <c:formatCode>General</c:formatCode>
                <c:ptCount val="21"/>
                <c:pt idx="0">
                  <c:v>1</c:v>
                </c:pt>
                <c:pt idx="1">
                  <c:v>1.2600735106701009</c:v>
                </c:pt>
                <c:pt idx="2">
                  <c:v>1.3968022466674206</c:v>
                </c:pt>
                <c:pt idx="3">
                  <c:v>1.3968022466674206</c:v>
                </c:pt>
                <c:pt idx="4">
                  <c:v>1.2600735106701011</c:v>
                </c:pt>
                <c:pt idx="5">
                  <c:v>1</c:v>
                </c:pt>
                <c:pt idx="6">
                  <c:v>0.6420395219202063</c:v>
                </c:pt>
                <c:pt idx="7">
                  <c:v>0.22123174208247443</c:v>
                </c:pt>
                <c:pt idx="8">
                  <c:v>-0.22123174208247409</c:v>
                </c:pt>
                <c:pt idx="9">
                  <c:v>-0.64203952192020597</c:v>
                </c:pt>
                <c:pt idx="10">
                  <c:v>-0.99999999999999989</c:v>
                </c:pt>
                <c:pt idx="11">
                  <c:v>-1.2600735106701006</c:v>
                </c:pt>
                <c:pt idx="12">
                  <c:v>-1.3968022466674206</c:v>
                </c:pt>
                <c:pt idx="13">
                  <c:v>-1.3968022466674206</c:v>
                </c:pt>
                <c:pt idx="14">
                  <c:v>-1.2600735106701011</c:v>
                </c:pt>
                <c:pt idx="15">
                  <c:v>-1.0000000000000002</c:v>
                </c:pt>
                <c:pt idx="16">
                  <c:v>-0.64203952192020641</c:v>
                </c:pt>
                <c:pt idx="17">
                  <c:v>-0.22123174208247465</c:v>
                </c:pt>
                <c:pt idx="18">
                  <c:v>0.22123174208247398</c:v>
                </c:pt>
                <c:pt idx="19">
                  <c:v>0.64203952192020597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5-A11B-4CE5-BD80-ABDF9ED0FEFA}"/>
            </c:ext>
          </c:extLst>
        </c:ser>
        <c:ser>
          <c:idx val="14"/>
          <c:order val="6"/>
          <c:xVal>
            <c:numRef>
              <c:f>Sheet1!$A$1:$A$21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</c:numCache>
            </c:numRef>
          </c:xVal>
          <c:yVal>
            <c:numRef>
              <c:f>Sheet1!$E$1:$E$21</c:f>
              <c:numCache>
                <c:formatCode>General</c:formatCode>
                <c:ptCount val="21"/>
                <c:pt idx="0">
                  <c:v>1</c:v>
                </c:pt>
                <c:pt idx="1">
                  <c:v>1.2600735106701009</c:v>
                </c:pt>
                <c:pt idx="2">
                  <c:v>1.3968022466674206</c:v>
                </c:pt>
                <c:pt idx="3">
                  <c:v>1.3968022466674206</c:v>
                </c:pt>
                <c:pt idx="4">
                  <c:v>1.2600735106701011</c:v>
                </c:pt>
                <c:pt idx="5">
                  <c:v>1</c:v>
                </c:pt>
                <c:pt idx="6">
                  <c:v>0.6420395219202063</c:v>
                </c:pt>
                <c:pt idx="7">
                  <c:v>0.22123174208247443</c:v>
                </c:pt>
                <c:pt idx="8">
                  <c:v>-0.22123174208247409</c:v>
                </c:pt>
                <c:pt idx="9">
                  <c:v>-0.64203952192020597</c:v>
                </c:pt>
                <c:pt idx="10">
                  <c:v>-0.99999999999999989</c:v>
                </c:pt>
                <c:pt idx="11">
                  <c:v>-1.2600735106701006</c:v>
                </c:pt>
                <c:pt idx="12">
                  <c:v>-1.3968022466674206</c:v>
                </c:pt>
                <c:pt idx="13">
                  <c:v>-1.3968022466674206</c:v>
                </c:pt>
                <c:pt idx="14">
                  <c:v>-1.2600735106701011</c:v>
                </c:pt>
                <c:pt idx="15">
                  <c:v>-1.0000000000000002</c:v>
                </c:pt>
                <c:pt idx="16">
                  <c:v>-0.64203952192020641</c:v>
                </c:pt>
                <c:pt idx="17">
                  <c:v>-0.22123174208247465</c:v>
                </c:pt>
                <c:pt idx="18">
                  <c:v>0.22123174208247398</c:v>
                </c:pt>
                <c:pt idx="19">
                  <c:v>0.64203952192020597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6-A11B-4CE5-BD80-ABDF9ED0FEFA}"/>
            </c:ext>
          </c:extLst>
        </c:ser>
        <c:ser>
          <c:idx val="15"/>
          <c:order val="7"/>
          <c:xVal>
            <c:numRef>
              <c:f>Sheet1!$A$1:$A$21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</c:numCache>
            </c:numRef>
          </c:xVal>
          <c:yVal>
            <c:numRef>
              <c:f>Sheet1!$G$1:$G$21</c:f>
              <c:numCache>
                <c:formatCode>General</c:formatCode>
                <c:ptCount val="21"/>
                <c:pt idx="0">
                  <c:v>1</c:v>
                </c:pt>
                <c:pt idx="1">
                  <c:v>0.64203952192020619</c:v>
                </c:pt>
                <c:pt idx="2">
                  <c:v>0.22123174208247431</c:v>
                </c:pt>
                <c:pt idx="3">
                  <c:v>-0.22123174208247431</c:v>
                </c:pt>
                <c:pt idx="4">
                  <c:v>-0.64203952192020608</c:v>
                </c:pt>
                <c:pt idx="5">
                  <c:v>-0.99999999999999989</c:v>
                </c:pt>
                <c:pt idx="6">
                  <c:v>-1.2600735106701011</c:v>
                </c:pt>
                <c:pt idx="7">
                  <c:v>-1.3968022466674204</c:v>
                </c:pt>
                <c:pt idx="8">
                  <c:v>-1.3968022466674206</c:v>
                </c:pt>
                <c:pt idx="9">
                  <c:v>-1.2600735106701011</c:v>
                </c:pt>
                <c:pt idx="10">
                  <c:v>-1.0000000000000002</c:v>
                </c:pt>
                <c:pt idx="11">
                  <c:v>-0.64203952192020686</c:v>
                </c:pt>
                <c:pt idx="12">
                  <c:v>-0.22123174208247454</c:v>
                </c:pt>
                <c:pt idx="13">
                  <c:v>0.22123174208247409</c:v>
                </c:pt>
                <c:pt idx="14">
                  <c:v>0.64203952192020597</c:v>
                </c:pt>
                <c:pt idx="15">
                  <c:v>0.99999999999999978</c:v>
                </c:pt>
                <c:pt idx="16">
                  <c:v>1.2600735106701009</c:v>
                </c:pt>
                <c:pt idx="17">
                  <c:v>1.3968022466674204</c:v>
                </c:pt>
                <c:pt idx="18">
                  <c:v>1.3968022466674208</c:v>
                </c:pt>
                <c:pt idx="19">
                  <c:v>1.2600735106701011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7-A11B-4CE5-BD80-ABDF9ED0FEFA}"/>
            </c:ext>
          </c:extLst>
        </c:ser>
        <c:ser>
          <c:idx val="4"/>
          <c:order val="8"/>
          <c:xVal>
            <c:numRef>
              <c:f>Sheet1!$A$1:$A$21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</c:numCache>
            </c:numRef>
          </c:xVal>
          <c:yVal>
            <c:numRef>
              <c:f>Sheet1!$E$1:$E$21</c:f>
              <c:numCache>
                <c:formatCode>General</c:formatCode>
                <c:ptCount val="21"/>
                <c:pt idx="0">
                  <c:v>1</c:v>
                </c:pt>
                <c:pt idx="1">
                  <c:v>1.2600735106701009</c:v>
                </c:pt>
                <c:pt idx="2">
                  <c:v>1.3968022466674206</c:v>
                </c:pt>
                <c:pt idx="3">
                  <c:v>1.3968022466674206</c:v>
                </c:pt>
                <c:pt idx="4">
                  <c:v>1.2600735106701011</c:v>
                </c:pt>
                <c:pt idx="5">
                  <c:v>1</c:v>
                </c:pt>
                <c:pt idx="6">
                  <c:v>0.6420395219202063</c:v>
                </c:pt>
                <c:pt idx="7">
                  <c:v>0.22123174208247443</c:v>
                </c:pt>
                <c:pt idx="8">
                  <c:v>-0.22123174208247409</c:v>
                </c:pt>
                <c:pt idx="9">
                  <c:v>-0.64203952192020597</c:v>
                </c:pt>
                <c:pt idx="10">
                  <c:v>-0.99999999999999989</c:v>
                </c:pt>
                <c:pt idx="11">
                  <c:v>-1.2600735106701006</c:v>
                </c:pt>
                <c:pt idx="12">
                  <c:v>-1.3968022466674206</c:v>
                </c:pt>
                <c:pt idx="13">
                  <c:v>-1.3968022466674206</c:v>
                </c:pt>
                <c:pt idx="14">
                  <c:v>-1.2600735106701011</c:v>
                </c:pt>
                <c:pt idx="15">
                  <c:v>-1.0000000000000002</c:v>
                </c:pt>
                <c:pt idx="16">
                  <c:v>-0.64203952192020641</c:v>
                </c:pt>
                <c:pt idx="17">
                  <c:v>-0.22123174208247465</c:v>
                </c:pt>
                <c:pt idx="18">
                  <c:v>0.22123174208247398</c:v>
                </c:pt>
                <c:pt idx="19">
                  <c:v>0.64203952192020597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8-A11B-4CE5-BD80-ABDF9ED0FEFA}"/>
            </c:ext>
          </c:extLst>
        </c:ser>
        <c:ser>
          <c:idx val="5"/>
          <c:order val="9"/>
          <c:spPr>
            <a:ln w="19050" cap="rnd">
              <a:solidFill>
                <a:schemeClr val="accent1"/>
              </a:solidFill>
              <a:round/>
            </a:ln>
            <a:effectLst/>
          </c:spPr>
          <c:xVal>
            <c:numRef>
              <c:f>Sheet1!$A$1:$A$21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</c:numCache>
            </c:numRef>
          </c:xVal>
          <c:yVal>
            <c:numRef>
              <c:f>Sheet1!$E$1:$E$21</c:f>
              <c:numCache>
                <c:formatCode>General</c:formatCode>
                <c:ptCount val="21"/>
                <c:pt idx="0">
                  <c:v>1</c:v>
                </c:pt>
                <c:pt idx="1">
                  <c:v>1.2600735106701009</c:v>
                </c:pt>
                <c:pt idx="2">
                  <c:v>1.3968022466674206</c:v>
                </c:pt>
                <c:pt idx="3">
                  <c:v>1.3968022466674206</c:v>
                </c:pt>
                <c:pt idx="4">
                  <c:v>1.2600735106701011</c:v>
                </c:pt>
                <c:pt idx="5">
                  <c:v>1</c:v>
                </c:pt>
                <c:pt idx="6">
                  <c:v>0.6420395219202063</c:v>
                </c:pt>
                <c:pt idx="7">
                  <c:v>0.22123174208247443</c:v>
                </c:pt>
                <c:pt idx="8">
                  <c:v>-0.22123174208247409</c:v>
                </c:pt>
                <c:pt idx="9">
                  <c:v>-0.64203952192020597</c:v>
                </c:pt>
                <c:pt idx="10">
                  <c:v>-0.99999999999999989</c:v>
                </c:pt>
                <c:pt idx="11">
                  <c:v>-1.2600735106701006</c:v>
                </c:pt>
                <c:pt idx="12">
                  <c:v>-1.3968022466674206</c:v>
                </c:pt>
                <c:pt idx="13">
                  <c:v>-1.3968022466674206</c:v>
                </c:pt>
                <c:pt idx="14">
                  <c:v>-1.2600735106701011</c:v>
                </c:pt>
                <c:pt idx="15">
                  <c:v>-1.0000000000000002</c:v>
                </c:pt>
                <c:pt idx="16">
                  <c:v>-0.64203952192020641</c:v>
                </c:pt>
                <c:pt idx="17">
                  <c:v>-0.22123174208247465</c:v>
                </c:pt>
                <c:pt idx="18">
                  <c:v>0.22123174208247398</c:v>
                </c:pt>
                <c:pt idx="19">
                  <c:v>0.64203952192020597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9-A11B-4CE5-BD80-ABDF9ED0FEFA}"/>
            </c:ext>
          </c:extLst>
        </c:ser>
        <c:ser>
          <c:idx val="6"/>
          <c:order val="10"/>
          <c:xVal>
            <c:numRef>
              <c:f>Sheet1!$A$1:$A$21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</c:numCache>
            </c:numRef>
          </c:xVal>
          <c:yVal>
            <c:numRef>
              <c:f>Sheet1!$E$1:$E$21</c:f>
              <c:numCache>
                <c:formatCode>General</c:formatCode>
                <c:ptCount val="21"/>
                <c:pt idx="0">
                  <c:v>1</c:v>
                </c:pt>
                <c:pt idx="1">
                  <c:v>1.2600735106701009</c:v>
                </c:pt>
                <c:pt idx="2">
                  <c:v>1.3968022466674206</c:v>
                </c:pt>
                <c:pt idx="3">
                  <c:v>1.3968022466674206</c:v>
                </c:pt>
                <c:pt idx="4">
                  <c:v>1.2600735106701011</c:v>
                </c:pt>
                <c:pt idx="5">
                  <c:v>1</c:v>
                </c:pt>
                <c:pt idx="6">
                  <c:v>0.6420395219202063</c:v>
                </c:pt>
                <c:pt idx="7">
                  <c:v>0.22123174208247443</c:v>
                </c:pt>
                <c:pt idx="8">
                  <c:v>-0.22123174208247409</c:v>
                </c:pt>
                <c:pt idx="9">
                  <c:v>-0.64203952192020597</c:v>
                </c:pt>
                <c:pt idx="10">
                  <c:v>-0.99999999999999989</c:v>
                </c:pt>
                <c:pt idx="11">
                  <c:v>-1.2600735106701006</c:v>
                </c:pt>
                <c:pt idx="12">
                  <c:v>-1.3968022466674206</c:v>
                </c:pt>
                <c:pt idx="13">
                  <c:v>-1.3968022466674206</c:v>
                </c:pt>
                <c:pt idx="14">
                  <c:v>-1.2600735106701011</c:v>
                </c:pt>
                <c:pt idx="15">
                  <c:v>-1.0000000000000002</c:v>
                </c:pt>
                <c:pt idx="16">
                  <c:v>-0.64203952192020641</c:v>
                </c:pt>
                <c:pt idx="17">
                  <c:v>-0.22123174208247465</c:v>
                </c:pt>
                <c:pt idx="18">
                  <c:v>0.22123174208247398</c:v>
                </c:pt>
                <c:pt idx="19">
                  <c:v>0.64203952192020597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A-A11B-4CE5-BD80-ABDF9ED0FEFA}"/>
            </c:ext>
          </c:extLst>
        </c:ser>
        <c:ser>
          <c:idx val="7"/>
          <c:order val="11"/>
          <c:xVal>
            <c:numRef>
              <c:f>Sheet1!$A$1:$A$21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</c:numCache>
            </c:numRef>
          </c:xVal>
          <c:yVal>
            <c:numRef>
              <c:f>Sheet1!$H$1:$H$21</c:f>
              <c:numCache>
                <c:formatCode>General</c:formatCode>
                <c:ptCount val="21"/>
                <c:pt idx="0">
                  <c:v>-1</c:v>
                </c:pt>
                <c:pt idx="1">
                  <c:v>-1.2600735106701009</c:v>
                </c:pt>
                <c:pt idx="2">
                  <c:v>-1.3968022466674206</c:v>
                </c:pt>
                <c:pt idx="3">
                  <c:v>-1.3968022466674206</c:v>
                </c:pt>
                <c:pt idx="4">
                  <c:v>-1.2600735106701011</c:v>
                </c:pt>
                <c:pt idx="5">
                  <c:v>-1</c:v>
                </c:pt>
                <c:pt idx="6">
                  <c:v>-0.6420395219202063</c:v>
                </c:pt>
                <c:pt idx="7">
                  <c:v>-0.22123174208247443</c:v>
                </c:pt>
                <c:pt idx="8">
                  <c:v>0.22123174208247409</c:v>
                </c:pt>
                <c:pt idx="9">
                  <c:v>0.64203952192020597</c:v>
                </c:pt>
                <c:pt idx="10">
                  <c:v>0.99999999999999989</c:v>
                </c:pt>
                <c:pt idx="11">
                  <c:v>1.2600735106701006</c:v>
                </c:pt>
                <c:pt idx="12">
                  <c:v>1.3968022466674206</c:v>
                </c:pt>
                <c:pt idx="13">
                  <c:v>1.3968022466674206</c:v>
                </c:pt>
                <c:pt idx="14">
                  <c:v>1.2600735106701011</c:v>
                </c:pt>
                <c:pt idx="15">
                  <c:v>1.0000000000000002</c:v>
                </c:pt>
                <c:pt idx="16">
                  <c:v>0.64203952192020641</c:v>
                </c:pt>
                <c:pt idx="17">
                  <c:v>0.22123174208247465</c:v>
                </c:pt>
                <c:pt idx="18">
                  <c:v>-0.22123174208247398</c:v>
                </c:pt>
                <c:pt idx="19">
                  <c:v>-0.64203952192020597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B-A11B-4CE5-BD80-ABDF9ED0FEFA}"/>
            </c:ext>
          </c:extLst>
        </c:ser>
        <c:ser>
          <c:idx val="2"/>
          <c:order val="12"/>
          <c:xVal>
            <c:numRef>
              <c:f>Sheet1!$A$1:$A$21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</c:numCache>
            </c:numRef>
          </c:xVal>
          <c:yVal>
            <c:numRef>
              <c:f>Sheet1!$E$1:$E$21</c:f>
              <c:numCache>
                <c:formatCode>General</c:formatCode>
                <c:ptCount val="21"/>
                <c:pt idx="0">
                  <c:v>1</c:v>
                </c:pt>
                <c:pt idx="1">
                  <c:v>1.2600735106701009</c:v>
                </c:pt>
                <c:pt idx="2">
                  <c:v>1.3968022466674206</c:v>
                </c:pt>
                <c:pt idx="3">
                  <c:v>1.3968022466674206</c:v>
                </c:pt>
                <c:pt idx="4">
                  <c:v>1.2600735106701011</c:v>
                </c:pt>
                <c:pt idx="5">
                  <c:v>1</c:v>
                </c:pt>
                <c:pt idx="6">
                  <c:v>0.6420395219202063</c:v>
                </c:pt>
                <c:pt idx="7">
                  <c:v>0.22123174208247443</c:v>
                </c:pt>
                <c:pt idx="8">
                  <c:v>-0.22123174208247409</c:v>
                </c:pt>
                <c:pt idx="9">
                  <c:v>-0.64203952192020597</c:v>
                </c:pt>
                <c:pt idx="10">
                  <c:v>-0.99999999999999989</c:v>
                </c:pt>
                <c:pt idx="11">
                  <c:v>-1.2600735106701006</c:v>
                </c:pt>
                <c:pt idx="12">
                  <c:v>-1.3968022466674206</c:v>
                </c:pt>
                <c:pt idx="13">
                  <c:v>-1.3968022466674206</c:v>
                </c:pt>
                <c:pt idx="14">
                  <c:v>-1.2600735106701011</c:v>
                </c:pt>
                <c:pt idx="15">
                  <c:v>-1.0000000000000002</c:v>
                </c:pt>
                <c:pt idx="16">
                  <c:v>-0.64203952192020641</c:v>
                </c:pt>
                <c:pt idx="17">
                  <c:v>-0.22123174208247465</c:v>
                </c:pt>
                <c:pt idx="18">
                  <c:v>0.22123174208247398</c:v>
                </c:pt>
                <c:pt idx="19">
                  <c:v>0.64203952192020597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C-A11B-4CE5-BD80-ABDF9ED0FEFA}"/>
            </c:ext>
          </c:extLst>
        </c:ser>
        <c:ser>
          <c:idx val="3"/>
          <c:order val="13"/>
          <c:spPr>
            <a:ln w="19050" cap="rnd">
              <a:solidFill>
                <a:schemeClr val="accent1"/>
              </a:solidFill>
              <a:round/>
            </a:ln>
            <a:effectLst/>
          </c:spPr>
          <c:xVal>
            <c:numRef>
              <c:f>Sheet1!$A$1:$A$21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</c:numCache>
            </c:numRef>
          </c:xVal>
          <c:yVal>
            <c:numRef>
              <c:f>Sheet1!$E$1:$E$21</c:f>
              <c:numCache>
                <c:formatCode>General</c:formatCode>
                <c:ptCount val="21"/>
                <c:pt idx="0">
                  <c:v>1</c:v>
                </c:pt>
                <c:pt idx="1">
                  <c:v>1.2600735106701009</c:v>
                </c:pt>
                <c:pt idx="2">
                  <c:v>1.3968022466674206</c:v>
                </c:pt>
                <c:pt idx="3">
                  <c:v>1.3968022466674206</c:v>
                </c:pt>
                <c:pt idx="4">
                  <c:v>1.2600735106701011</c:v>
                </c:pt>
                <c:pt idx="5">
                  <c:v>1</c:v>
                </c:pt>
                <c:pt idx="6">
                  <c:v>0.6420395219202063</c:v>
                </c:pt>
                <c:pt idx="7">
                  <c:v>0.22123174208247443</c:v>
                </c:pt>
                <c:pt idx="8">
                  <c:v>-0.22123174208247409</c:v>
                </c:pt>
                <c:pt idx="9">
                  <c:v>-0.64203952192020597</c:v>
                </c:pt>
                <c:pt idx="10">
                  <c:v>-0.99999999999999989</c:v>
                </c:pt>
                <c:pt idx="11">
                  <c:v>-1.2600735106701006</c:v>
                </c:pt>
                <c:pt idx="12">
                  <c:v>-1.3968022466674206</c:v>
                </c:pt>
                <c:pt idx="13">
                  <c:v>-1.3968022466674206</c:v>
                </c:pt>
                <c:pt idx="14">
                  <c:v>-1.2600735106701011</c:v>
                </c:pt>
                <c:pt idx="15">
                  <c:v>-1.0000000000000002</c:v>
                </c:pt>
                <c:pt idx="16">
                  <c:v>-0.64203952192020641</c:v>
                </c:pt>
                <c:pt idx="17">
                  <c:v>-0.22123174208247465</c:v>
                </c:pt>
                <c:pt idx="18">
                  <c:v>0.22123174208247398</c:v>
                </c:pt>
                <c:pt idx="19">
                  <c:v>0.64203952192020597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D-A11B-4CE5-BD80-ABDF9ED0FEFA}"/>
            </c:ext>
          </c:extLst>
        </c:ser>
        <c:ser>
          <c:idx val="1"/>
          <c:order val="14"/>
          <c:xVal>
            <c:numRef>
              <c:f>Sheet1!$A$1:$A$21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</c:numCache>
            </c:numRef>
          </c:xVal>
          <c:yVal>
            <c:numRef>
              <c:f>Sheet1!$E$1:$E$21</c:f>
              <c:numCache>
                <c:formatCode>General</c:formatCode>
                <c:ptCount val="21"/>
                <c:pt idx="0">
                  <c:v>1</c:v>
                </c:pt>
                <c:pt idx="1">
                  <c:v>1.2600735106701009</c:v>
                </c:pt>
                <c:pt idx="2">
                  <c:v>1.3968022466674206</c:v>
                </c:pt>
                <c:pt idx="3">
                  <c:v>1.3968022466674206</c:v>
                </c:pt>
                <c:pt idx="4">
                  <c:v>1.2600735106701011</c:v>
                </c:pt>
                <c:pt idx="5">
                  <c:v>1</c:v>
                </c:pt>
                <c:pt idx="6">
                  <c:v>0.6420395219202063</c:v>
                </c:pt>
                <c:pt idx="7">
                  <c:v>0.22123174208247443</c:v>
                </c:pt>
                <c:pt idx="8">
                  <c:v>-0.22123174208247409</c:v>
                </c:pt>
                <c:pt idx="9">
                  <c:v>-0.64203952192020597</c:v>
                </c:pt>
                <c:pt idx="10">
                  <c:v>-0.99999999999999989</c:v>
                </c:pt>
                <c:pt idx="11">
                  <c:v>-1.2600735106701006</c:v>
                </c:pt>
                <c:pt idx="12">
                  <c:v>-1.3968022466674206</c:v>
                </c:pt>
                <c:pt idx="13">
                  <c:v>-1.3968022466674206</c:v>
                </c:pt>
                <c:pt idx="14">
                  <c:v>-1.2600735106701011</c:v>
                </c:pt>
                <c:pt idx="15">
                  <c:v>-1.0000000000000002</c:v>
                </c:pt>
                <c:pt idx="16">
                  <c:v>-0.64203952192020641</c:v>
                </c:pt>
                <c:pt idx="17">
                  <c:v>-0.22123174208247465</c:v>
                </c:pt>
                <c:pt idx="18">
                  <c:v>0.22123174208247398</c:v>
                </c:pt>
                <c:pt idx="19">
                  <c:v>0.64203952192020597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E-A11B-4CE5-BD80-ABDF9ED0FEFA}"/>
            </c:ext>
          </c:extLst>
        </c:ser>
        <c:ser>
          <c:idx val="0"/>
          <c:order val="15"/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Sheet1!$A$1:$A$21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</c:numCache>
            </c:numRef>
          </c:xVal>
          <c:yVal>
            <c:numRef>
              <c:f>Sheet1!$G$1:$G$21</c:f>
              <c:numCache>
                <c:formatCode>General</c:formatCode>
                <c:ptCount val="21"/>
                <c:pt idx="0">
                  <c:v>1</c:v>
                </c:pt>
                <c:pt idx="1">
                  <c:v>0.64203952192020619</c:v>
                </c:pt>
                <c:pt idx="2">
                  <c:v>0.22123174208247431</c:v>
                </c:pt>
                <c:pt idx="3">
                  <c:v>-0.22123174208247431</c:v>
                </c:pt>
                <c:pt idx="4">
                  <c:v>-0.64203952192020608</c:v>
                </c:pt>
                <c:pt idx="5">
                  <c:v>-0.99999999999999989</c:v>
                </c:pt>
                <c:pt idx="6">
                  <c:v>-1.2600735106701011</c:v>
                </c:pt>
                <c:pt idx="7">
                  <c:v>-1.3968022466674204</c:v>
                </c:pt>
                <c:pt idx="8">
                  <c:v>-1.3968022466674206</c:v>
                </c:pt>
                <c:pt idx="9">
                  <c:v>-1.2600735106701011</c:v>
                </c:pt>
                <c:pt idx="10">
                  <c:v>-1.0000000000000002</c:v>
                </c:pt>
                <c:pt idx="11">
                  <c:v>-0.64203952192020686</c:v>
                </c:pt>
                <c:pt idx="12">
                  <c:v>-0.22123174208247454</c:v>
                </c:pt>
                <c:pt idx="13">
                  <c:v>0.22123174208247409</c:v>
                </c:pt>
                <c:pt idx="14">
                  <c:v>0.64203952192020597</c:v>
                </c:pt>
                <c:pt idx="15">
                  <c:v>0.99999999999999978</c:v>
                </c:pt>
                <c:pt idx="16">
                  <c:v>1.2600735106701009</c:v>
                </c:pt>
                <c:pt idx="17">
                  <c:v>1.3968022466674204</c:v>
                </c:pt>
                <c:pt idx="18">
                  <c:v>1.3968022466674208</c:v>
                </c:pt>
                <c:pt idx="19">
                  <c:v>1.2600735106701011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F-A11B-4CE5-BD80-ABDF9ED0FEF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48078112"/>
        <c:axId val="457060912"/>
      </c:scatterChart>
      <c:valAx>
        <c:axId val="54807811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57060912"/>
        <c:crosses val="autoZero"/>
        <c:crossBetween val="midCat"/>
      </c:valAx>
      <c:valAx>
        <c:axId val="4570609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48078112"/>
        <c:crosses val="autoZero"/>
        <c:crossBetween val="midCat"/>
      </c:valAx>
    </c:plotArea>
    <c:plotVisOnly val="1"/>
    <c:dispBlanksAs val="gap"/>
    <c:showDLblsOverMax val="0"/>
    <c:extLst/>
  </c:chart>
  <c:txPr>
    <a:bodyPr/>
    <a:lstStyle/>
    <a:p>
      <a:pPr>
        <a:defRPr/>
      </a:pPr>
      <a:endParaRPr lang="ko-KR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400" b="0" i="0" u="none" strike="noStrike" baseline="0" dirty="0">
                <a:effectLst/>
              </a:rPr>
              <a:t>- COS + </a:t>
            </a:r>
            <a:r>
              <a:rPr lang="en-US" altLang="ko-KR" dirty="0"/>
              <a:t>SIN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scatterChart>
        <c:scatterStyle val="smoothMarker"/>
        <c:varyColors val="0"/>
        <c:ser>
          <c:idx val="1"/>
          <c:order val="0"/>
          <c:xVal>
            <c:numRef>
              <c:f>Sheet1!$A$1:$A$21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</c:numCache>
            </c:numRef>
          </c:xVal>
          <c:yVal>
            <c:numRef>
              <c:f>Sheet1!$F$1:$F$21</c:f>
              <c:numCache>
                <c:formatCode>General</c:formatCode>
                <c:ptCount val="21"/>
                <c:pt idx="0">
                  <c:v>-1</c:v>
                </c:pt>
                <c:pt idx="1">
                  <c:v>-0.64203952192020619</c:v>
                </c:pt>
                <c:pt idx="2">
                  <c:v>-0.22123174208247431</c:v>
                </c:pt>
                <c:pt idx="3">
                  <c:v>0.22123174208247431</c:v>
                </c:pt>
                <c:pt idx="4">
                  <c:v>0.64203952192020608</c:v>
                </c:pt>
                <c:pt idx="5">
                  <c:v>0.99999999999999989</c:v>
                </c:pt>
                <c:pt idx="6">
                  <c:v>1.2600735106701011</c:v>
                </c:pt>
                <c:pt idx="7">
                  <c:v>1.3968022466674204</c:v>
                </c:pt>
                <c:pt idx="8">
                  <c:v>1.3968022466674206</c:v>
                </c:pt>
                <c:pt idx="9">
                  <c:v>1.2600735106701011</c:v>
                </c:pt>
                <c:pt idx="10">
                  <c:v>1.0000000000000002</c:v>
                </c:pt>
                <c:pt idx="11">
                  <c:v>0.64203952192020686</c:v>
                </c:pt>
                <c:pt idx="12">
                  <c:v>0.22123174208247454</c:v>
                </c:pt>
                <c:pt idx="13">
                  <c:v>-0.22123174208247409</c:v>
                </c:pt>
                <c:pt idx="14">
                  <c:v>-0.64203952192020597</c:v>
                </c:pt>
                <c:pt idx="15">
                  <c:v>-0.99999999999999978</c:v>
                </c:pt>
                <c:pt idx="16">
                  <c:v>-1.2600735106701009</c:v>
                </c:pt>
                <c:pt idx="17">
                  <c:v>-1.3968022466674204</c:v>
                </c:pt>
                <c:pt idx="18">
                  <c:v>-1.3968022466674208</c:v>
                </c:pt>
                <c:pt idx="19">
                  <c:v>-1.2600735106701011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0145-4AA3-8D6D-E8E0D4F7ED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48078112"/>
        <c:axId val="457060912"/>
      </c:scatterChart>
      <c:valAx>
        <c:axId val="54807811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57060912"/>
        <c:crosses val="autoZero"/>
        <c:crossBetween val="midCat"/>
      </c:valAx>
      <c:valAx>
        <c:axId val="4570609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48078112"/>
        <c:crosses val="autoZero"/>
        <c:crossBetween val="midCat"/>
      </c:valAx>
    </c:plotArea>
    <c:plotVisOnly val="1"/>
    <c:dispBlanksAs val="gap"/>
    <c:showDLblsOverMax val="0"/>
    <c:extLst/>
  </c:chart>
  <c:txPr>
    <a:bodyPr/>
    <a:lstStyle/>
    <a:p>
      <a:pPr>
        <a:defRPr/>
      </a:pPr>
      <a:endParaRPr lang="ko-KR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400" b="0" i="0" u="none" strike="noStrike" baseline="0" dirty="0">
                <a:effectLst/>
              </a:rPr>
              <a:t>- COS + </a:t>
            </a:r>
            <a:r>
              <a:rPr lang="en-US" altLang="ko-KR" dirty="0"/>
              <a:t>SIN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scatterChart>
        <c:scatterStyle val="smoothMarker"/>
        <c:varyColors val="0"/>
        <c:ser>
          <c:idx val="1"/>
          <c:order val="0"/>
          <c:xVal>
            <c:numRef>
              <c:f>Sheet1!$A$1:$A$21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</c:numCache>
            </c:numRef>
          </c:xVal>
          <c:yVal>
            <c:numRef>
              <c:f>Sheet1!$F$1:$F$21</c:f>
              <c:numCache>
                <c:formatCode>General</c:formatCode>
                <c:ptCount val="21"/>
                <c:pt idx="0">
                  <c:v>-1</c:v>
                </c:pt>
                <c:pt idx="1">
                  <c:v>-0.64203952192020619</c:v>
                </c:pt>
                <c:pt idx="2">
                  <c:v>-0.22123174208247431</c:v>
                </c:pt>
                <c:pt idx="3">
                  <c:v>0.22123174208247431</c:v>
                </c:pt>
                <c:pt idx="4">
                  <c:v>0.64203952192020608</c:v>
                </c:pt>
                <c:pt idx="5">
                  <c:v>0.99999999999999989</c:v>
                </c:pt>
                <c:pt idx="6">
                  <c:v>1.2600735106701011</c:v>
                </c:pt>
                <c:pt idx="7">
                  <c:v>1.3968022466674204</c:v>
                </c:pt>
                <c:pt idx="8">
                  <c:v>1.3968022466674206</c:v>
                </c:pt>
                <c:pt idx="9">
                  <c:v>1.2600735106701011</c:v>
                </c:pt>
                <c:pt idx="10">
                  <c:v>1.0000000000000002</c:v>
                </c:pt>
                <c:pt idx="11">
                  <c:v>0.64203952192020686</c:v>
                </c:pt>
                <c:pt idx="12">
                  <c:v>0.22123174208247454</c:v>
                </c:pt>
                <c:pt idx="13">
                  <c:v>-0.22123174208247409</c:v>
                </c:pt>
                <c:pt idx="14">
                  <c:v>-0.64203952192020597</c:v>
                </c:pt>
                <c:pt idx="15">
                  <c:v>-0.99999999999999978</c:v>
                </c:pt>
                <c:pt idx="16">
                  <c:v>-1.2600735106701009</c:v>
                </c:pt>
                <c:pt idx="17">
                  <c:v>-1.3968022466674204</c:v>
                </c:pt>
                <c:pt idx="18">
                  <c:v>-1.3968022466674208</c:v>
                </c:pt>
                <c:pt idx="19">
                  <c:v>-1.2600735106701011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1E4D-4B04-893E-576F4C83EB2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48078112"/>
        <c:axId val="457060912"/>
      </c:scatterChart>
      <c:valAx>
        <c:axId val="54807811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57060912"/>
        <c:crosses val="autoZero"/>
        <c:crossBetween val="midCat"/>
      </c:valAx>
      <c:valAx>
        <c:axId val="4570609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48078112"/>
        <c:crosses val="autoZero"/>
        <c:crossBetween val="midCat"/>
      </c:valAx>
    </c:plotArea>
    <c:plotVisOnly val="1"/>
    <c:dispBlanksAs val="gap"/>
    <c:showDLblsOverMax val="0"/>
    <c:extLst/>
  </c:chart>
  <c:txPr>
    <a:bodyPr/>
    <a:lstStyle/>
    <a:p>
      <a:pPr>
        <a:defRPr/>
      </a:pPr>
      <a:endParaRPr lang="ko-KR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dirty="0"/>
              <a:t>-</a:t>
            </a:r>
            <a:r>
              <a:rPr lang="en-US" altLang="ko-KR" baseline="0" dirty="0"/>
              <a:t> COS + SIN + AWGN</a:t>
            </a:r>
            <a:endParaRPr lang="ko-KR" alt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yVal>
            <c:numRef>
              <c:f>Sheet1!$AP$3:$AP$22</c:f>
              <c:numCache>
                <c:formatCode>General</c:formatCode>
                <c:ptCount val="20"/>
                <c:pt idx="0">
                  <c:v>-1.615128096071629</c:v>
                </c:pt>
                <c:pt idx="1">
                  <c:v>-0.94644689192979681</c:v>
                </c:pt>
                <c:pt idx="2">
                  <c:v>2.9863606072105642E-2</c:v>
                </c:pt>
                <c:pt idx="3">
                  <c:v>0.42658132240319641</c:v>
                </c:pt>
                <c:pt idx="4">
                  <c:v>0.6535439491030206</c:v>
                </c:pt>
                <c:pt idx="5">
                  <c:v>0.37044215580017559</c:v>
                </c:pt>
                <c:pt idx="6">
                  <c:v>1.27300147017127</c:v>
                </c:pt>
                <c:pt idx="7">
                  <c:v>0.80492360391769269</c:v>
                </c:pt>
                <c:pt idx="8">
                  <c:v>0.92081425411966611</c:v>
                </c:pt>
                <c:pt idx="9">
                  <c:v>1.1258835100991107</c:v>
                </c:pt>
                <c:pt idx="10">
                  <c:v>0.7870080008421505</c:v>
                </c:pt>
                <c:pt idx="11">
                  <c:v>0.49431608668374039</c:v>
                </c:pt>
                <c:pt idx="12">
                  <c:v>0.43434989819332492</c:v>
                </c:pt>
                <c:pt idx="13">
                  <c:v>-5.6358686676604874E-2</c:v>
                </c:pt>
                <c:pt idx="14">
                  <c:v>-0.37306040262439422</c:v>
                </c:pt>
                <c:pt idx="15">
                  <c:v>-1.1981212081498998</c:v>
                </c:pt>
                <c:pt idx="16">
                  <c:v>-1.3358570811736175</c:v>
                </c:pt>
                <c:pt idx="17">
                  <c:v>-1.2080236144262311</c:v>
                </c:pt>
                <c:pt idx="18">
                  <c:v>-1.4584004111619753</c:v>
                </c:pt>
                <c:pt idx="19">
                  <c:v>-1.0891273657392446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A80A-43AC-B811-9F2B9FC7099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04288592"/>
        <c:axId val="704289904"/>
      </c:scatterChart>
      <c:valAx>
        <c:axId val="70428859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704289904"/>
        <c:crosses val="autoZero"/>
        <c:crossBetween val="midCat"/>
      </c:valAx>
      <c:valAx>
        <c:axId val="7042899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70428859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dirty="0"/>
              <a:t>SNR</a:t>
            </a:r>
            <a:r>
              <a:rPr lang="ko-KR" altLang="en-US" dirty="0"/>
              <a:t>이 작을 때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yVal>
            <c:numRef>
              <c:f>Sheet2!$P$6:$P$25</c:f>
              <c:numCache>
                <c:formatCode>General</c:formatCode>
                <c:ptCount val="20"/>
                <c:pt idx="0">
                  <c:v>0.79315941791353195</c:v>
                </c:pt>
                <c:pt idx="1">
                  <c:v>5.3111802413655065</c:v>
                </c:pt>
                <c:pt idx="2">
                  <c:v>-3.7488925441877203</c:v>
                </c:pt>
                <c:pt idx="3">
                  <c:v>-2.2062475797741765</c:v>
                </c:pt>
                <c:pt idx="4">
                  <c:v>10.330399667241375</c:v>
                </c:pt>
                <c:pt idx="5">
                  <c:v>4.548657438199867</c:v>
                </c:pt>
                <c:pt idx="6">
                  <c:v>5.0059063698328696</c:v>
                </c:pt>
                <c:pt idx="7">
                  <c:v>-4.0213941685357231</c:v>
                </c:pt>
                <c:pt idx="8">
                  <c:v>6.0777344355153122</c:v>
                </c:pt>
                <c:pt idx="9">
                  <c:v>3.2954966443947029</c:v>
                </c:pt>
                <c:pt idx="10">
                  <c:v>7.6075486268569836</c:v>
                </c:pt>
                <c:pt idx="11">
                  <c:v>1.9864089723856038</c:v>
                </c:pt>
                <c:pt idx="12">
                  <c:v>-4.2321399078385635</c:v>
                </c:pt>
                <c:pt idx="13">
                  <c:v>-1.9491446611729946</c:v>
                </c:pt>
                <c:pt idx="14">
                  <c:v>-0.85790318463830029</c:v>
                </c:pt>
                <c:pt idx="15">
                  <c:v>-0.8019704710211869</c:v>
                </c:pt>
                <c:pt idx="16">
                  <c:v>1.3173271455018158</c:v>
                </c:pt>
                <c:pt idx="17">
                  <c:v>-5.6575803343201141</c:v>
                </c:pt>
                <c:pt idx="18">
                  <c:v>5.9859446428978496</c:v>
                </c:pt>
                <c:pt idx="19">
                  <c:v>-5.4149515990139472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F4B0-4761-B62C-0121B45E26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04255136"/>
        <c:axId val="704267600"/>
      </c:scatterChart>
      <c:valAx>
        <c:axId val="70425513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704267600"/>
        <c:crosses val="autoZero"/>
        <c:crossBetween val="midCat"/>
      </c:valAx>
      <c:valAx>
        <c:axId val="7042676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704255136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/>
              <a:t>SIN + COS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scatterChart>
        <c:scatterStyle val="smoothMarker"/>
        <c:varyColors val="0"/>
        <c:ser>
          <c:idx val="1"/>
          <c:order val="0"/>
          <c:xVal>
            <c:numRef>
              <c:f>Sheet1!$A$27:$A$47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</c:numCache>
            </c:numRef>
          </c:xVal>
          <c:yVal>
            <c:numRef>
              <c:f>Sheet1!$H$27:$H$47</c:f>
              <c:numCache>
                <c:formatCode>General</c:formatCode>
                <c:ptCount val="21"/>
                <c:pt idx="0">
                  <c:v>1</c:v>
                </c:pt>
                <c:pt idx="1">
                  <c:v>1.2600735106701009</c:v>
                </c:pt>
                <c:pt idx="2">
                  <c:v>1.3968022466674206</c:v>
                </c:pt>
                <c:pt idx="3">
                  <c:v>1.3968022466674206</c:v>
                </c:pt>
                <c:pt idx="4">
                  <c:v>1.2600735106701011</c:v>
                </c:pt>
                <c:pt idx="5">
                  <c:v>1</c:v>
                </c:pt>
                <c:pt idx="6">
                  <c:v>0.6420395219202063</c:v>
                </c:pt>
                <c:pt idx="7">
                  <c:v>0.22123174208247443</c:v>
                </c:pt>
                <c:pt idx="8">
                  <c:v>-0.22123174208247409</c:v>
                </c:pt>
                <c:pt idx="9">
                  <c:v>-0.64203952192020597</c:v>
                </c:pt>
                <c:pt idx="10">
                  <c:v>-0.99999999999999989</c:v>
                </c:pt>
                <c:pt idx="11">
                  <c:v>-1.2600735106701006</c:v>
                </c:pt>
                <c:pt idx="12">
                  <c:v>-1.3968022466674206</c:v>
                </c:pt>
                <c:pt idx="13">
                  <c:v>-1.3968022466674206</c:v>
                </c:pt>
                <c:pt idx="14">
                  <c:v>-1.2600735106701011</c:v>
                </c:pt>
                <c:pt idx="15">
                  <c:v>-1.0000000000000002</c:v>
                </c:pt>
                <c:pt idx="16">
                  <c:v>-0.64203952192020641</c:v>
                </c:pt>
                <c:pt idx="17">
                  <c:v>-0.22123174208247465</c:v>
                </c:pt>
                <c:pt idx="18">
                  <c:v>0.22123174208247398</c:v>
                </c:pt>
                <c:pt idx="19">
                  <c:v>0.64203952192020597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9319-4023-9834-B129DE8FC34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48078112"/>
        <c:axId val="457060912"/>
      </c:scatterChart>
      <c:valAx>
        <c:axId val="54807811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57060912"/>
        <c:crosses val="autoZero"/>
        <c:crossBetween val="midCat"/>
      </c:valAx>
      <c:valAx>
        <c:axId val="457060912"/>
        <c:scaling>
          <c:orientation val="minMax"/>
          <c:max val="4"/>
          <c:min val="-4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48078112"/>
        <c:crosses val="autoZero"/>
        <c:crossBetween val="midCat"/>
      </c:valAx>
    </c:plotArea>
    <c:plotVisOnly val="1"/>
    <c:dispBlanksAs val="gap"/>
    <c:showDLblsOverMax val="0"/>
    <c:extLst/>
  </c:chart>
  <c:txPr>
    <a:bodyPr/>
    <a:lstStyle/>
    <a:p>
      <a:pPr>
        <a:defRPr/>
      </a:pPr>
      <a:endParaRPr lang="ko-KR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/>
              <a:t>2*SIN + COS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scatterChart>
        <c:scatterStyle val="smoothMarker"/>
        <c:varyColors val="0"/>
        <c:ser>
          <c:idx val="1"/>
          <c:order val="0"/>
          <c:xVal>
            <c:numRef>
              <c:f>Sheet1!$A$27:$A$47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</c:numCache>
            </c:numRef>
          </c:xVal>
          <c:yVal>
            <c:numRef>
              <c:f>Sheet1!$I$27:$I$47</c:f>
              <c:numCache>
                <c:formatCode>General</c:formatCode>
                <c:ptCount val="21"/>
                <c:pt idx="0">
                  <c:v>1</c:v>
                </c:pt>
                <c:pt idx="1">
                  <c:v>1.5690905050450483</c:v>
                </c:pt>
                <c:pt idx="2">
                  <c:v>1.9845874989598937</c:v>
                </c:pt>
                <c:pt idx="3">
                  <c:v>2.2058192410423683</c:v>
                </c:pt>
                <c:pt idx="4">
                  <c:v>2.2111300269652547</c:v>
                </c:pt>
                <c:pt idx="5">
                  <c:v>2</c:v>
                </c:pt>
                <c:pt idx="6">
                  <c:v>1.5930960382153598</c:v>
                </c:pt>
                <c:pt idx="7">
                  <c:v>1.030248736457422</c:v>
                </c:pt>
                <c:pt idx="8">
                  <c:v>0.36655351020999916</c:v>
                </c:pt>
                <c:pt idx="9">
                  <c:v>-0.33302252754525852</c:v>
                </c:pt>
                <c:pt idx="10">
                  <c:v>-0.99999999999999978</c:v>
                </c:pt>
                <c:pt idx="11">
                  <c:v>-1.5690905050450477</c:v>
                </c:pt>
                <c:pt idx="12">
                  <c:v>-1.9845874989598937</c:v>
                </c:pt>
                <c:pt idx="13">
                  <c:v>-2.2058192410423678</c:v>
                </c:pt>
                <c:pt idx="14">
                  <c:v>-2.2111300269652547</c:v>
                </c:pt>
                <c:pt idx="15">
                  <c:v>-2</c:v>
                </c:pt>
                <c:pt idx="16">
                  <c:v>-1.5930960382153601</c:v>
                </c:pt>
                <c:pt idx="17">
                  <c:v>-1.0302487364574222</c:v>
                </c:pt>
                <c:pt idx="18">
                  <c:v>-0.36655351020999938</c:v>
                </c:pt>
                <c:pt idx="19">
                  <c:v>0.3330225275452583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2E61-4581-AA38-C9C389E7BAE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48078112"/>
        <c:axId val="457060912"/>
      </c:scatterChart>
      <c:valAx>
        <c:axId val="54807811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57060912"/>
        <c:crosses val="autoZero"/>
        <c:crossBetween val="midCat"/>
      </c:valAx>
      <c:valAx>
        <c:axId val="457060912"/>
        <c:scaling>
          <c:orientation val="minMax"/>
          <c:max val="4"/>
          <c:min val="-4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48078112"/>
        <c:crosses val="autoZero"/>
        <c:crossBetween val="midCat"/>
      </c:valAx>
    </c:plotArea>
    <c:plotVisOnly val="1"/>
    <c:dispBlanksAs val="gap"/>
    <c:showDLblsOverMax val="0"/>
    <c:extLst/>
  </c:chart>
  <c:txPr>
    <a:bodyPr/>
    <a:lstStyle/>
    <a:p>
      <a:pPr>
        <a:defRPr/>
      </a:pPr>
      <a:endParaRPr lang="ko-KR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/>
              <a:t>SIN + 2*COS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scatterChart>
        <c:scatterStyle val="smoothMarker"/>
        <c:varyColors val="0"/>
        <c:ser>
          <c:idx val="1"/>
          <c:order val="0"/>
          <c:xVal>
            <c:numRef>
              <c:f>Sheet1!$A$27:$A$47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</c:numCache>
            </c:numRef>
          </c:xVal>
          <c:yVal>
            <c:numRef>
              <c:f>Sheet1!$J$27:$J$47</c:f>
              <c:numCache>
                <c:formatCode>General</c:formatCode>
                <c:ptCount val="21"/>
                <c:pt idx="0">
                  <c:v>2</c:v>
                </c:pt>
                <c:pt idx="1">
                  <c:v>2.2111300269652543</c:v>
                </c:pt>
                <c:pt idx="2">
                  <c:v>2.2058192410423683</c:v>
                </c:pt>
                <c:pt idx="3">
                  <c:v>1.9845874989598937</c:v>
                </c:pt>
                <c:pt idx="4">
                  <c:v>1.5690905050450485</c:v>
                </c:pt>
                <c:pt idx="5">
                  <c:v>1.0000000000000002</c:v>
                </c:pt>
                <c:pt idx="6">
                  <c:v>0.33302252754525896</c:v>
                </c:pt>
                <c:pt idx="7">
                  <c:v>-0.3665535102099986</c:v>
                </c:pt>
                <c:pt idx="8">
                  <c:v>-1.0302487364574215</c:v>
                </c:pt>
                <c:pt idx="9">
                  <c:v>-1.5930960382153596</c:v>
                </c:pt>
                <c:pt idx="10">
                  <c:v>-1.9999999999999998</c:v>
                </c:pt>
                <c:pt idx="11">
                  <c:v>-2.2111300269652543</c:v>
                </c:pt>
                <c:pt idx="12">
                  <c:v>-2.2058192410423683</c:v>
                </c:pt>
                <c:pt idx="13">
                  <c:v>-1.9845874989598937</c:v>
                </c:pt>
                <c:pt idx="14">
                  <c:v>-1.5690905050450485</c:v>
                </c:pt>
                <c:pt idx="15">
                  <c:v>-1.0000000000000004</c:v>
                </c:pt>
                <c:pt idx="16">
                  <c:v>-0.33302252754525918</c:v>
                </c:pt>
                <c:pt idx="17">
                  <c:v>0.36655351020999827</c:v>
                </c:pt>
                <c:pt idx="18">
                  <c:v>1.0302487364574213</c:v>
                </c:pt>
                <c:pt idx="19">
                  <c:v>1.5930960382153594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EC42-4802-891D-B59B81E8351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48078112"/>
        <c:axId val="457060912"/>
      </c:scatterChart>
      <c:valAx>
        <c:axId val="54807811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57060912"/>
        <c:crosses val="autoZero"/>
        <c:crossBetween val="midCat"/>
      </c:valAx>
      <c:valAx>
        <c:axId val="457060912"/>
        <c:scaling>
          <c:orientation val="minMax"/>
          <c:max val="4"/>
          <c:min val="-4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48078112"/>
        <c:crosses val="autoZero"/>
        <c:crossBetween val="midCat"/>
      </c:valAx>
    </c:plotArea>
    <c:plotVisOnly val="1"/>
    <c:dispBlanksAs val="gap"/>
    <c:showDLblsOverMax val="0"/>
    <c:extLst/>
  </c:chart>
  <c:txPr>
    <a:bodyPr/>
    <a:lstStyle/>
    <a:p>
      <a:pPr>
        <a:defRPr/>
      </a:pPr>
      <a:endParaRPr lang="ko-KR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/>
              <a:t>2*SIN + 2*COS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scatterChart>
        <c:scatterStyle val="smoothMarker"/>
        <c:varyColors val="0"/>
        <c:ser>
          <c:idx val="1"/>
          <c:order val="0"/>
          <c:xVal>
            <c:numRef>
              <c:f>Sheet1!$A$27:$A$47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</c:numCache>
            </c:numRef>
          </c:xVal>
          <c:yVal>
            <c:numRef>
              <c:f>Sheet1!$K$27:$K$47</c:f>
              <c:numCache>
                <c:formatCode>General</c:formatCode>
                <c:ptCount val="21"/>
                <c:pt idx="0">
                  <c:v>2</c:v>
                </c:pt>
                <c:pt idx="1">
                  <c:v>2.5201470213402017</c:v>
                </c:pt>
                <c:pt idx="2">
                  <c:v>2.7936044933348412</c:v>
                </c:pt>
                <c:pt idx="3">
                  <c:v>2.7936044933348412</c:v>
                </c:pt>
                <c:pt idx="4">
                  <c:v>2.5201470213402022</c:v>
                </c:pt>
                <c:pt idx="5">
                  <c:v>2</c:v>
                </c:pt>
                <c:pt idx="6">
                  <c:v>1.2840790438404126</c:v>
                </c:pt>
                <c:pt idx="7">
                  <c:v>0.44246348416494885</c:v>
                </c:pt>
                <c:pt idx="8">
                  <c:v>-0.44246348416494818</c:v>
                </c:pt>
                <c:pt idx="9">
                  <c:v>-1.2840790438404119</c:v>
                </c:pt>
                <c:pt idx="10">
                  <c:v>-1.9999999999999998</c:v>
                </c:pt>
                <c:pt idx="11">
                  <c:v>-2.5201470213402013</c:v>
                </c:pt>
                <c:pt idx="12">
                  <c:v>-2.7936044933348412</c:v>
                </c:pt>
                <c:pt idx="13">
                  <c:v>-2.7936044933348412</c:v>
                </c:pt>
                <c:pt idx="14">
                  <c:v>-2.5201470213402022</c:v>
                </c:pt>
                <c:pt idx="15">
                  <c:v>-2.0000000000000004</c:v>
                </c:pt>
                <c:pt idx="16">
                  <c:v>-1.2840790438404128</c:v>
                </c:pt>
                <c:pt idx="17">
                  <c:v>-0.44246348416494929</c:v>
                </c:pt>
                <c:pt idx="18">
                  <c:v>0.44246348416494796</c:v>
                </c:pt>
                <c:pt idx="19">
                  <c:v>1.2840790438404119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1C89-47B1-8C30-A4F035F0A68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48078112"/>
        <c:axId val="457060912"/>
      </c:scatterChart>
      <c:valAx>
        <c:axId val="54807811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57060912"/>
        <c:crosses val="autoZero"/>
        <c:crossBetween val="midCat"/>
      </c:valAx>
      <c:valAx>
        <c:axId val="4570609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48078112"/>
        <c:crosses val="autoZero"/>
        <c:crossBetween val="midCat"/>
      </c:valAx>
    </c:plotArea>
    <c:plotVisOnly val="1"/>
    <c:dispBlanksAs val="gap"/>
    <c:showDLblsOverMax val="0"/>
    <c:extLst/>
  </c:chart>
  <c:txPr>
    <a:bodyPr/>
    <a:lstStyle/>
    <a:p>
      <a:pPr>
        <a:defRPr/>
      </a:pPr>
      <a:endParaRPr lang="ko-KR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/>
              <a:t>2*SIN - 2*COS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scatterChart>
        <c:scatterStyle val="smoothMarker"/>
        <c:varyColors val="0"/>
        <c:ser>
          <c:idx val="1"/>
          <c:order val="0"/>
          <c:xVal>
            <c:numRef>
              <c:f>Sheet1!$A$27:$A$47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</c:numCache>
            </c:numRef>
          </c:xVal>
          <c:yVal>
            <c:numRef>
              <c:f>Sheet1!$F$27:$F$47</c:f>
              <c:numCache>
                <c:formatCode>General</c:formatCode>
                <c:ptCount val="21"/>
                <c:pt idx="0">
                  <c:v>-2</c:v>
                </c:pt>
                <c:pt idx="1">
                  <c:v>-1.2840790438404124</c:v>
                </c:pt>
                <c:pt idx="2">
                  <c:v>-0.44246348416494863</c:v>
                </c:pt>
                <c:pt idx="3">
                  <c:v>0.44246348416494863</c:v>
                </c:pt>
                <c:pt idx="4">
                  <c:v>1.2840790438404122</c:v>
                </c:pt>
                <c:pt idx="5">
                  <c:v>1.9999999999999998</c:v>
                </c:pt>
                <c:pt idx="6">
                  <c:v>2.5201470213402022</c:v>
                </c:pt>
                <c:pt idx="7">
                  <c:v>2.7936044933348407</c:v>
                </c:pt>
                <c:pt idx="8">
                  <c:v>2.7936044933348412</c:v>
                </c:pt>
                <c:pt idx="9">
                  <c:v>2.5201470213402022</c:v>
                </c:pt>
                <c:pt idx="10">
                  <c:v>2.0000000000000004</c:v>
                </c:pt>
                <c:pt idx="11">
                  <c:v>1.2840790438404137</c:v>
                </c:pt>
                <c:pt idx="12">
                  <c:v>0.44246348416494907</c:v>
                </c:pt>
                <c:pt idx="13">
                  <c:v>-0.44246348416494818</c:v>
                </c:pt>
                <c:pt idx="14">
                  <c:v>-1.2840790438404119</c:v>
                </c:pt>
                <c:pt idx="15">
                  <c:v>-1.9999999999999996</c:v>
                </c:pt>
                <c:pt idx="16">
                  <c:v>-2.5201470213402017</c:v>
                </c:pt>
                <c:pt idx="17">
                  <c:v>-2.7936044933348407</c:v>
                </c:pt>
                <c:pt idx="18">
                  <c:v>-2.7936044933348416</c:v>
                </c:pt>
                <c:pt idx="19">
                  <c:v>-2.5201470213402022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99A7-4A50-B279-6D31E84DB1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48078112"/>
        <c:axId val="457060912"/>
      </c:scatterChart>
      <c:valAx>
        <c:axId val="54807811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57060912"/>
        <c:crosses val="autoZero"/>
        <c:crossBetween val="midCat"/>
      </c:valAx>
      <c:valAx>
        <c:axId val="457060912"/>
        <c:scaling>
          <c:orientation val="minMax"/>
          <c:max val="4"/>
          <c:min val="-4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48078112"/>
        <c:crosses val="autoZero"/>
        <c:crossBetween val="midCat"/>
      </c:valAx>
    </c:plotArea>
    <c:plotVisOnly val="1"/>
    <c:dispBlanksAs val="gap"/>
    <c:showDLblsOverMax val="0"/>
    <c:extLst/>
  </c:chart>
  <c:txPr>
    <a:bodyPr/>
    <a:lstStyle/>
    <a:p>
      <a:pPr>
        <a:defRPr/>
      </a:pPr>
      <a:endParaRPr lang="ko-KR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/>
              <a:t>2*SIN - COS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scatterChart>
        <c:scatterStyle val="smoothMarker"/>
        <c:varyColors val="0"/>
        <c:ser>
          <c:idx val="1"/>
          <c:order val="0"/>
          <c:xVal>
            <c:numRef>
              <c:f>Sheet1!$A$27:$A$47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</c:numCache>
            </c:numRef>
          </c:xVal>
          <c:yVal>
            <c:numRef>
              <c:f>Sheet1!$D$27:$D$47</c:f>
              <c:numCache>
                <c:formatCode>General</c:formatCode>
                <c:ptCount val="21"/>
                <c:pt idx="0">
                  <c:v>-1</c:v>
                </c:pt>
                <c:pt idx="1">
                  <c:v>-0.33302252754525874</c:v>
                </c:pt>
                <c:pt idx="2">
                  <c:v>0.36655351020999882</c:v>
                </c:pt>
                <c:pt idx="3">
                  <c:v>1.0302487364574218</c:v>
                </c:pt>
                <c:pt idx="4">
                  <c:v>1.5930960382153596</c:v>
                </c:pt>
                <c:pt idx="5">
                  <c:v>2</c:v>
                </c:pt>
                <c:pt idx="6">
                  <c:v>2.2111300269652547</c:v>
                </c:pt>
                <c:pt idx="7">
                  <c:v>2.2058192410423678</c:v>
                </c:pt>
                <c:pt idx="8">
                  <c:v>1.9845874989598937</c:v>
                </c:pt>
                <c:pt idx="9">
                  <c:v>1.5690905050450485</c:v>
                </c:pt>
                <c:pt idx="10">
                  <c:v>1.0000000000000002</c:v>
                </c:pt>
                <c:pt idx="11">
                  <c:v>0.33302252754525996</c:v>
                </c:pt>
                <c:pt idx="12">
                  <c:v>-0.36655351020999849</c:v>
                </c:pt>
                <c:pt idx="13">
                  <c:v>-1.0302487364574215</c:v>
                </c:pt>
                <c:pt idx="14">
                  <c:v>-1.5930960382153594</c:v>
                </c:pt>
                <c:pt idx="15">
                  <c:v>-1.9999999999999998</c:v>
                </c:pt>
                <c:pt idx="16">
                  <c:v>-2.2111300269652547</c:v>
                </c:pt>
                <c:pt idx="17">
                  <c:v>-2.2058192410423683</c:v>
                </c:pt>
                <c:pt idx="18">
                  <c:v>-1.9845874989598942</c:v>
                </c:pt>
                <c:pt idx="19">
                  <c:v>-1.5690905050450488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BA03-4C26-8912-5AA5050652D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48078112"/>
        <c:axId val="457060912"/>
      </c:scatterChart>
      <c:valAx>
        <c:axId val="54807811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57060912"/>
        <c:crosses val="autoZero"/>
        <c:crossBetween val="midCat"/>
      </c:valAx>
      <c:valAx>
        <c:axId val="457060912"/>
        <c:scaling>
          <c:orientation val="minMax"/>
          <c:max val="4"/>
          <c:min val="-4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48078112"/>
        <c:crosses val="autoZero"/>
        <c:crossBetween val="midCat"/>
      </c:valAx>
    </c:plotArea>
    <c:plotVisOnly val="1"/>
    <c:dispBlanksAs val="gap"/>
    <c:showDLblsOverMax val="0"/>
    <c:extLst/>
  </c:chart>
  <c:txPr>
    <a:bodyPr/>
    <a:lstStyle/>
    <a:p>
      <a:pPr>
        <a:defRPr/>
      </a:pPr>
      <a:endParaRPr lang="ko-KR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/>
              <a:t>SIN - 2*COS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scatterChart>
        <c:scatterStyle val="smoothMarker"/>
        <c:varyColors val="0"/>
        <c:ser>
          <c:idx val="1"/>
          <c:order val="0"/>
          <c:xVal>
            <c:numRef>
              <c:f>Sheet1!$A$27:$A$47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</c:numCache>
            </c:numRef>
          </c:xVal>
          <c:yVal>
            <c:numRef>
              <c:f>Sheet1!$E$27:$E$47</c:f>
              <c:numCache>
                <c:formatCode>General</c:formatCode>
                <c:ptCount val="21"/>
                <c:pt idx="0">
                  <c:v>-2</c:v>
                </c:pt>
                <c:pt idx="1">
                  <c:v>-1.5930960382153596</c:v>
                </c:pt>
                <c:pt idx="2">
                  <c:v>-1.0302487364574218</c:v>
                </c:pt>
                <c:pt idx="3">
                  <c:v>-0.36655351020999882</c:v>
                </c:pt>
                <c:pt idx="4">
                  <c:v>0.33302252754525863</c:v>
                </c:pt>
                <c:pt idx="5">
                  <c:v>0.99999999999999989</c:v>
                </c:pt>
                <c:pt idx="6">
                  <c:v>1.5690905050450483</c:v>
                </c:pt>
                <c:pt idx="7">
                  <c:v>1.9845874989598935</c:v>
                </c:pt>
                <c:pt idx="8">
                  <c:v>2.2058192410423678</c:v>
                </c:pt>
                <c:pt idx="9">
                  <c:v>2.2111300269652547</c:v>
                </c:pt>
                <c:pt idx="10">
                  <c:v>2</c:v>
                </c:pt>
                <c:pt idx="11">
                  <c:v>1.5930960382153607</c:v>
                </c:pt>
                <c:pt idx="12">
                  <c:v>1.030248736457422</c:v>
                </c:pt>
                <c:pt idx="13">
                  <c:v>0.36655351020999916</c:v>
                </c:pt>
                <c:pt idx="14">
                  <c:v>-0.33302252754525841</c:v>
                </c:pt>
                <c:pt idx="15">
                  <c:v>-0.99999999999999967</c:v>
                </c:pt>
                <c:pt idx="16">
                  <c:v>-1.5690905050450481</c:v>
                </c:pt>
                <c:pt idx="17">
                  <c:v>-1.9845874989598933</c:v>
                </c:pt>
                <c:pt idx="18">
                  <c:v>-2.2058192410423683</c:v>
                </c:pt>
                <c:pt idx="19">
                  <c:v>-2.2111300269652547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BF5C-4CC7-98D0-86EBB28D9F2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48078112"/>
        <c:axId val="457060912"/>
      </c:scatterChart>
      <c:valAx>
        <c:axId val="54807811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57060912"/>
        <c:crosses val="autoZero"/>
        <c:crossBetween val="midCat"/>
      </c:valAx>
      <c:valAx>
        <c:axId val="457060912"/>
        <c:scaling>
          <c:orientation val="minMax"/>
          <c:max val="4"/>
          <c:min val="-4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48078112"/>
        <c:crosses val="autoZero"/>
        <c:crossBetween val="midCat"/>
      </c:valAx>
    </c:plotArea>
    <c:plotVisOnly val="1"/>
    <c:dispBlanksAs val="gap"/>
    <c:showDLblsOverMax val="0"/>
    <c:extLst/>
  </c:chart>
  <c:txPr>
    <a:bodyPr/>
    <a:lstStyle/>
    <a:p>
      <a:pPr>
        <a:defRPr/>
      </a:pPr>
      <a:endParaRPr lang="ko-KR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/>
              <a:t>SIN - COS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scatterChart>
        <c:scatterStyle val="smoothMarker"/>
        <c:varyColors val="0"/>
        <c:ser>
          <c:idx val="1"/>
          <c:order val="0"/>
          <c:xVal>
            <c:numRef>
              <c:f>Sheet1!$A$27:$A$47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</c:numCache>
            </c:numRef>
          </c:xVal>
          <c:yVal>
            <c:numRef>
              <c:f>Sheet1!$C$27:$C$47</c:f>
              <c:numCache>
                <c:formatCode>General</c:formatCode>
                <c:ptCount val="21"/>
                <c:pt idx="0">
                  <c:v>-1</c:v>
                </c:pt>
                <c:pt idx="1">
                  <c:v>-0.64203952192020619</c:v>
                </c:pt>
                <c:pt idx="2">
                  <c:v>-0.22123174208247431</c:v>
                </c:pt>
                <c:pt idx="3">
                  <c:v>0.22123174208247431</c:v>
                </c:pt>
                <c:pt idx="4">
                  <c:v>0.64203952192020608</c:v>
                </c:pt>
                <c:pt idx="5">
                  <c:v>0.99999999999999989</c:v>
                </c:pt>
                <c:pt idx="6">
                  <c:v>1.2600735106701011</c:v>
                </c:pt>
                <c:pt idx="7">
                  <c:v>1.3968022466674204</c:v>
                </c:pt>
                <c:pt idx="8">
                  <c:v>1.3968022466674206</c:v>
                </c:pt>
                <c:pt idx="9">
                  <c:v>1.2600735106701011</c:v>
                </c:pt>
                <c:pt idx="10">
                  <c:v>1.0000000000000002</c:v>
                </c:pt>
                <c:pt idx="11">
                  <c:v>0.64203952192020686</c:v>
                </c:pt>
                <c:pt idx="12">
                  <c:v>0.22123174208247454</c:v>
                </c:pt>
                <c:pt idx="13">
                  <c:v>-0.22123174208247409</c:v>
                </c:pt>
                <c:pt idx="14">
                  <c:v>-0.64203952192020597</c:v>
                </c:pt>
                <c:pt idx="15">
                  <c:v>-0.99999999999999978</c:v>
                </c:pt>
                <c:pt idx="16">
                  <c:v>-1.2600735106701009</c:v>
                </c:pt>
                <c:pt idx="17">
                  <c:v>-1.3968022466674204</c:v>
                </c:pt>
                <c:pt idx="18">
                  <c:v>-1.3968022466674208</c:v>
                </c:pt>
                <c:pt idx="19">
                  <c:v>-1.2600735106701011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F7FA-44FA-9E74-44333CE3A3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48078112"/>
        <c:axId val="457060912"/>
      </c:scatterChart>
      <c:valAx>
        <c:axId val="54807811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57060912"/>
        <c:crosses val="autoZero"/>
        <c:crossBetween val="midCat"/>
      </c:valAx>
      <c:valAx>
        <c:axId val="457060912"/>
        <c:scaling>
          <c:orientation val="minMax"/>
          <c:max val="4"/>
          <c:min val="-4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48078112"/>
        <c:crosses val="autoZero"/>
        <c:crossBetween val="midCat"/>
      </c:valAx>
    </c:plotArea>
    <c:plotVisOnly val="1"/>
    <c:dispBlanksAs val="gap"/>
    <c:showDLblsOverMax val="0"/>
    <c:extLst/>
  </c:chart>
  <c:txPr>
    <a:bodyPr/>
    <a:lstStyle/>
    <a:p>
      <a:pPr>
        <a:defRPr/>
      </a:pPr>
      <a:endParaRPr lang="ko-KR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/>
              <a:t>- SIN - 2*COS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scatterChart>
        <c:scatterStyle val="smoothMarker"/>
        <c:varyColors val="0"/>
        <c:ser>
          <c:idx val="1"/>
          <c:order val="0"/>
          <c:xVal>
            <c:numRef>
              <c:f>Sheet1!$A$50:$A$70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</c:numCache>
            </c:numRef>
          </c:xVal>
          <c:yVal>
            <c:numRef>
              <c:f>Sheet1!$E$50:$E$70</c:f>
              <c:numCache>
                <c:formatCode>General</c:formatCode>
                <c:ptCount val="21"/>
                <c:pt idx="0">
                  <c:v>-2</c:v>
                </c:pt>
                <c:pt idx="1">
                  <c:v>-2.2111300269652543</c:v>
                </c:pt>
                <c:pt idx="2">
                  <c:v>-2.2058192410423683</c:v>
                </c:pt>
                <c:pt idx="3">
                  <c:v>-1.9845874989598937</c:v>
                </c:pt>
                <c:pt idx="4">
                  <c:v>-1.5690905050450485</c:v>
                </c:pt>
                <c:pt idx="5">
                  <c:v>-1.0000000000000002</c:v>
                </c:pt>
                <c:pt idx="6">
                  <c:v>-0.33302252754525896</c:v>
                </c:pt>
                <c:pt idx="7">
                  <c:v>0.3665535102099986</c:v>
                </c:pt>
                <c:pt idx="8">
                  <c:v>1.0302487364574215</c:v>
                </c:pt>
                <c:pt idx="9">
                  <c:v>1.5930960382153596</c:v>
                </c:pt>
                <c:pt idx="10">
                  <c:v>1.9999999999999998</c:v>
                </c:pt>
                <c:pt idx="11">
                  <c:v>2.2111300269652543</c:v>
                </c:pt>
                <c:pt idx="12">
                  <c:v>2.2058192410423683</c:v>
                </c:pt>
                <c:pt idx="13">
                  <c:v>1.9845874989598937</c:v>
                </c:pt>
                <c:pt idx="14">
                  <c:v>1.5690905050450485</c:v>
                </c:pt>
                <c:pt idx="15">
                  <c:v>1.0000000000000004</c:v>
                </c:pt>
                <c:pt idx="16">
                  <c:v>0.33302252754525918</c:v>
                </c:pt>
                <c:pt idx="17">
                  <c:v>-0.36655351020999827</c:v>
                </c:pt>
                <c:pt idx="18">
                  <c:v>-1.0302487364574213</c:v>
                </c:pt>
                <c:pt idx="19">
                  <c:v>-1.5930960382153594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0C97-48B3-8512-EBA731BE202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48078112"/>
        <c:axId val="457060912"/>
      </c:scatterChart>
      <c:valAx>
        <c:axId val="54807811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57060912"/>
        <c:crosses val="autoZero"/>
        <c:crossBetween val="midCat"/>
      </c:valAx>
      <c:valAx>
        <c:axId val="457060912"/>
        <c:scaling>
          <c:orientation val="minMax"/>
          <c:max val="4"/>
          <c:min val="-4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48078112"/>
        <c:crosses val="autoZero"/>
        <c:crossBetween val="midCat"/>
      </c:valAx>
    </c:plotArea>
    <c:plotVisOnly val="1"/>
    <c:dispBlanksAs val="gap"/>
    <c:showDLblsOverMax val="0"/>
    <c:extLst/>
  </c:chart>
  <c:txPr>
    <a:bodyPr/>
    <a:lstStyle/>
    <a:p>
      <a:pPr>
        <a:defRPr/>
      </a:pPr>
      <a:endParaRPr lang="ko-KR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/>
              <a:t>- SIN - COS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scatterChart>
        <c:scatterStyle val="smoothMarker"/>
        <c:varyColors val="0"/>
        <c:ser>
          <c:idx val="1"/>
          <c:order val="0"/>
          <c:xVal>
            <c:numRef>
              <c:f>Sheet1!$A$50:$A$70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</c:numCache>
            </c:numRef>
          </c:xVal>
          <c:yVal>
            <c:numRef>
              <c:f>Sheet1!$C$50:$C$70</c:f>
              <c:numCache>
                <c:formatCode>General</c:formatCode>
                <c:ptCount val="21"/>
                <c:pt idx="0">
                  <c:v>-1</c:v>
                </c:pt>
                <c:pt idx="1">
                  <c:v>-1.2600735106701009</c:v>
                </c:pt>
                <c:pt idx="2">
                  <c:v>-1.3968022466674206</c:v>
                </c:pt>
                <c:pt idx="3">
                  <c:v>-1.3968022466674206</c:v>
                </c:pt>
                <c:pt idx="4">
                  <c:v>-1.2600735106701011</c:v>
                </c:pt>
                <c:pt idx="5">
                  <c:v>-1</c:v>
                </c:pt>
                <c:pt idx="6">
                  <c:v>-0.6420395219202063</c:v>
                </c:pt>
                <c:pt idx="7">
                  <c:v>-0.22123174208247443</c:v>
                </c:pt>
                <c:pt idx="8">
                  <c:v>0.22123174208247409</c:v>
                </c:pt>
                <c:pt idx="9">
                  <c:v>0.64203952192020597</c:v>
                </c:pt>
                <c:pt idx="10">
                  <c:v>0.99999999999999989</c:v>
                </c:pt>
                <c:pt idx="11">
                  <c:v>1.2600735106701006</c:v>
                </c:pt>
                <c:pt idx="12">
                  <c:v>1.3968022466674206</c:v>
                </c:pt>
                <c:pt idx="13">
                  <c:v>1.3968022466674206</c:v>
                </c:pt>
                <c:pt idx="14">
                  <c:v>1.2600735106701011</c:v>
                </c:pt>
                <c:pt idx="15">
                  <c:v>1.0000000000000002</c:v>
                </c:pt>
                <c:pt idx="16">
                  <c:v>0.64203952192020641</c:v>
                </c:pt>
                <c:pt idx="17">
                  <c:v>0.22123174208247465</c:v>
                </c:pt>
                <c:pt idx="18">
                  <c:v>-0.22123174208247398</c:v>
                </c:pt>
                <c:pt idx="19">
                  <c:v>-0.64203952192020597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94A9-4376-9848-07337B4D3CE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48078112"/>
        <c:axId val="457060912"/>
      </c:scatterChart>
      <c:valAx>
        <c:axId val="54807811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57060912"/>
        <c:crosses val="autoZero"/>
        <c:crossBetween val="midCat"/>
      </c:valAx>
      <c:valAx>
        <c:axId val="457060912"/>
        <c:scaling>
          <c:orientation val="minMax"/>
          <c:max val="4"/>
          <c:min val="-4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48078112"/>
        <c:crosses val="autoZero"/>
        <c:crossBetween val="midCat"/>
      </c:valAx>
    </c:plotArea>
    <c:plotVisOnly val="1"/>
    <c:dispBlanksAs val="gap"/>
    <c:showDLblsOverMax val="0"/>
    <c:extLst/>
  </c:chart>
  <c:txPr>
    <a:bodyPr/>
    <a:lstStyle/>
    <a:p>
      <a:pPr>
        <a:defRPr/>
      </a:pPr>
      <a:endParaRPr lang="ko-KR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/>
              <a:t>-  2*SIN - 2*COS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scatterChart>
        <c:scatterStyle val="smoothMarker"/>
        <c:varyColors val="0"/>
        <c:ser>
          <c:idx val="1"/>
          <c:order val="0"/>
          <c:xVal>
            <c:numRef>
              <c:f>Sheet1!$A$50:$A$70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</c:numCache>
            </c:numRef>
          </c:xVal>
          <c:yVal>
            <c:numRef>
              <c:f>Sheet1!$F$50:$F$70</c:f>
              <c:numCache>
                <c:formatCode>General</c:formatCode>
                <c:ptCount val="21"/>
                <c:pt idx="0">
                  <c:v>-2</c:v>
                </c:pt>
                <c:pt idx="1">
                  <c:v>-2.5201470213402017</c:v>
                </c:pt>
                <c:pt idx="2">
                  <c:v>-2.7936044933348412</c:v>
                </c:pt>
                <c:pt idx="3">
                  <c:v>-2.7936044933348412</c:v>
                </c:pt>
                <c:pt idx="4">
                  <c:v>-2.5201470213402022</c:v>
                </c:pt>
                <c:pt idx="5">
                  <c:v>-2</c:v>
                </c:pt>
                <c:pt idx="6">
                  <c:v>-1.2840790438404126</c:v>
                </c:pt>
                <c:pt idx="7">
                  <c:v>-0.44246348416494885</c:v>
                </c:pt>
                <c:pt idx="8">
                  <c:v>0.44246348416494818</c:v>
                </c:pt>
                <c:pt idx="9">
                  <c:v>1.2840790438404119</c:v>
                </c:pt>
                <c:pt idx="10">
                  <c:v>1.9999999999999998</c:v>
                </c:pt>
                <c:pt idx="11">
                  <c:v>2.5201470213402013</c:v>
                </c:pt>
                <c:pt idx="12">
                  <c:v>2.7936044933348412</c:v>
                </c:pt>
                <c:pt idx="13">
                  <c:v>2.7936044933348412</c:v>
                </c:pt>
                <c:pt idx="14">
                  <c:v>2.5201470213402022</c:v>
                </c:pt>
                <c:pt idx="15">
                  <c:v>2.0000000000000004</c:v>
                </c:pt>
                <c:pt idx="16">
                  <c:v>1.2840790438404128</c:v>
                </c:pt>
                <c:pt idx="17">
                  <c:v>0.44246348416494929</c:v>
                </c:pt>
                <c:pt idx="18">
                  <c:v>-0.44246348416494796</c:v>
                </c:pt>
                <c:pt idx="19">
                  <c:v>-1.2840790438404119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0323-4F59-A675-E73A632021C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48078112"/>
        <c:axId val="457060912"/>
      </c:scatterChart>
      <c:valAx>
        <c:axId val="54807811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57060912"/>
        <c:crosses val="autoZero"/>
        <c:crossBetween val="midCat"/>
      </c:valAx>
      <c:valAx>
        <c:axId val="457060912"/>
        <c:scaling>
          <c:orientation val="minMax"/>
          <c:max val="4"/>
          <c:min val="-4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48078112"/>
        <c:crosses val="autoZero"/>
        <c:crossBetween val="midCat"/>
      </c:valAx>
    </c:plotArea>
    <c:plotVisOnly val="1"/>
    <c:dispBlanksAs val="gap"/>
    <c:showDLblsOverMax val="0"/>
    <c:extLst/>
  </c:chart>
  <c:txPr>
    <a:bodyPr/>
    <a:lstStyle/>
    <a:p>
      <a:pPr>
        <a:defRPr/>
      </a:pPr>
      <a:endParaRPr lang="ko-KR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/>
              <a:t>- 2*SIN - COS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scatterChart>
        <c:scatterStyle val="smoothMarker"/>
        <c:varyColors val="0"/>
        <c:ser>
          <c:idx val="1"/>
          <c:order val="0"/>
          <c:xVal>
            <c:numRef>
              <c:f>Sheet1!$A$50:$A$70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</c:numCache>
            </c:numRef>
          </c:xVal>
          <c:yVal>
            <c:numRef>
              <c:f>Sheet1!$D$50:$D$70</c:f>
              <c:numCache>
                <c:formatCode>General</c:formatCode>
                <c:ptCount val="21"/>
                <c:pt idx="0">
                  <c:v>-1</c:v>
                </c:pt>
                <c:pt idx="1">
                  <c:v>-1.5690905050450483</c:v>
                </c:pt>
                <c:pt idx="2">
                  <c:v>-1.9845874989598937</c:v>
                </c:pt>
                <c:pt idx="3">
                  <c:v>-2.2058192410423683</c:v>
                </c:pt>
                <c:pt idx="4">
                  <c:v>-2.2111300269652547</c:v>
                </c:pt>
                <c:pt idx="5">
                  <c:v>-2</c:v>
                </c:pt>
                <c:pt idx="6">
                  <c:v>-1.5930960382153598</c:v>
                </c:pt>
                <c:pt idx="7">
                  <c:v>-1.030248736457422</c:v>
                </c:pt>
                <c:pt idx="8">
                  <c:v>-0.36655351020999916</c:v>
                </c:pt>
                <c:pt idx="9">
                  <c:v>0.33302252754525852</c:v>
                </c:pt>
                <c:pt idx="10">
                  <c:v>0.99999999999999978</c:v>
                </c:pt>
                <c:pt idx="11">
                  <c:v>1.5690905050450477</c:v>
                </c:pt>
                <c:pt idx="12">
                  <c:v>1.9845874989598937</c:v>
                </c:pt>
                <c:pt idx="13">
                  <c:v>2.2058192410423678</c:v>
                </c:pt>
                <c:pt idx="14">
                  <c:v>2.2111300269652547</c:v>
                </c:pt>
                <c:pt idx="15">
                  <c:v>2</c:v>
                </c:pt>
                <c:pt idx="16">
                  <c:v>1.5930960382153601</c:v>
                </c:pt>
                <c:pt idx="17">
                  <c:v>1.0302487364574222</c:v>
                </c:pt>
                <c:pt idx="18">
                  <c:v>0.36655351020999938</c:v>
                </c:pt>
                <c:pt idx="19">
                  <c:v>-0.3330225275452583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EFA4-4872-AB57-05591AFBC5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48078112"/>
        <c:axId val="457060912"/>
      </c:scatterChart>
      <c:valAx>
        <c:axId val="54807811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57060912"/>
        <c:crosses val="autoZero"/>
        <c:crossBetween val="midCat"/>
      </c:valAx>
      <c:valAx>
        <c:axId val="457060912"/>
        <c:scaling>
          <c:orientation val="minMax"/>
          <c:max val="4"/>
          <c:min val="-4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48078112"/>
        <c:crosses val="autoZero"/>
        <c:crossBetween val="midCat"/>
      </c:valAx>
    </c:plotArea>
    <c:plotVisOnly val="1"/>
    <c:dispBlanksAs val="gap"/>
    <c:showDLblsOverMax val="0"/>
    <c:extLst/>
  </c:chart>
  <c:txPr>
    <a:bodyPr/>
    <a:lstStyle/>
    <a:p>
      <a:pPr>
        <a:defRPr/>
      </a:pPr>
      <a:endParaRPr lang="ko-KR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/>
              <a:t>-</a:t>
            </a:r>
            <a:r>
              <a:rPr lang="en-US" altLang="ko-KR" baseline="0"/>
              <a:t> </a:t>
            </a:r>
            <a:r>
              <a:rPr lang="en-US" altLang="ko-KR"/>
              <a:t>SIN + COS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scatterChart>
        <c:scatterStyle val="smoothMarker"/>
        <c:varyColors val="0"/>
        <c:ser>
          <c:idx val="1"/>
          <c:order val="0"/>
          <c:xVal>
            <c:numRef>
              <c:f>Sheet1!$A$50:$A$70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</c:numCache>
            </c:numRef>
          </c:xVal>
          <c:yVal>
            <c:numRef>
              <c:f>Sheet1!$H$50:$H$70</c:f>
              <c:numCache>
                <c:formatCode>General</c:formatCode>
                <c:ptCount val="21"/>
                <c:pt idx="0">
                  <c:v>1</c:v>
                </c:pt>
                <c:pt idx="1">
                  <c:v>0.64203952192020619</c:v>
                </c:pt>
                <c:pt idx="2">
                  <c:v>0.22123174208247431</c:v>
                </c:pt>
                <c:pt idx="3">
                  <c:v>-0.22123174208247431</c:v>
                </c:pt>
                <c:pt idx="4">
                  <c:v>-0.64203952192020608</c:v>
                </c:pt>
                <c:pt idx="5">
                  <c:v>-0.99999999999999989</c:v>
                </c:pt>
                <c:pt idx="6">
                  <c:v>-1.2600735106701011</c:v>
                </c:pt>
                <c:pt idx="7">
                  <c:v>-1.3968022466674204</c:v>
                </c:pt>
                <c:pt idx="8">
                  <c:v>-1.3968022466674206</c:v>
                </c:pt>
                <c:pt idx="9">
                  <c:v>-1.2600735106701011</c:v>
                </c:pt>
                <c:pt idx="10">
                  <c:v>-1.0000000000000002</c:v>
                </c:pt>
                <c:pt idx="11">
                  <c:v>-0.64203952192020686</c:v>
                </c:pt>
                <c:pt idx="12">
                  <c:v>-0.22123174208247454</c:v>
                </c:pt>
                <c:pt idx="13">
                  <c:v>0.22123174208247409</c:v>
                </c:pt>
                <c:pt idx="14">
                  <c:v>0.64203952192020597</c:v>
                </c:pt>
                <c:pt idx="15">
                  <c:v>0.99999999999999978</c:v>
                </c:pt>
                <c:pt idx="16">
                  <c:v>1.2600735106701009</c:v>
                </c:pt>
                <c:pt idx="17">
                  <c:v>1.3968022466674204</c:v>
                </c:pt>
                <c:pt idx="18">
                  <c:v>1.3968022466674208</c:v>
                </c:pt>
                <c:pt idx="19">
                  <c:v>1.2600735106701011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3EC8-4E5E-BB39-5CEFEE41B9A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48078112"/>
        <c:axId val="457060912"/>
      </c:scatterChart>
      <c:valAx>
        <c:axId val="54807811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57060912"/>
        <c:crosses val="autoZero"/>
        <c:crossBetween val="midCat"/>
      </c:valAx>
      <c:valAx>
        <c:axId val="457060912"/>
        <c:scaling>
          <c:orientation val="minMax"/>
          <c:max val="4"/>
          <c:min val="-4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48078112"/>
        <c:crosses val="autoZero"/>
        <c:crossBetween val="midCat"/>
      </c:valAx>
    </c:plotArea>
    <c:plotVisOnly val="1"/>
    <c:dispBlanksAs val="gap"/>
    <c:showDLblsOverMax val="0"/>
    <c:extLst/>
  </c:chart>
  <c:txPr>
    <a:bodyPr/>
    <a:lstStyle/>
    <a:p>
      <a:pPr>
        <a:defRPr/>
      </a:pPr>
      <a:endParaRPr lang="ko-KR"/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/>
              <a:t>-SIN + 2*COS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scatterChart>
        <c:scatterStyle val="smoothMarker"/>
        <c:varyColors val="0"/>
        <c:ser>
          <c:idx val="1"/>
          <c:order val="0"/>
          <c:xVal>
            <c:numRef>
              <c:f>Sheet1!$A$50:$A$70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</c:numCache>
            </c:numRef>
          </c:xVal>
          <c:yVal>
            <c:numRef>
              <c:f>Sheet1!$J$50:$J$70</c:f>
              <c:numCache>
                <c:formatCode>General</c:formatCode>
                <c:ptCount val="21"/>
                <c:pt idx="0">
                  <c:v>2</c:v>
                </c:pt>
                <c:pt idx="1">
                  <c:v>1.5930960382153596</c:v>
                </c:pt>
                <c:pt idx="2">
                  <c:v>1.0302487364574218</c:v>
                </c:pt>
                <c:pt idx="3">
                  <c:v>0.36655351020999882</c:v>
                </c:pt>
                <c:pt idx="4">
                  <c:v>-0.33302252754525863</c:v>
                </c:pt>
                <c:pt idx="5">
                  <c:v>-0.99999999999999989</c:v>
                </c:pt>
                <c:pt idx="6">
                  <c:v>-1.5690905050450483</c:v>
                </c:pt>
                <c:pt idx="7">
                  <c:v>-1.9845874989598935</c:v>
                </c:pt>
                <c:pt idx="8">
                  <c:v>-2.2058192410423678</c:v>
                </c:pt>
                <c:pt idx="9">
                  <c:v>-2.2111300269652547</c:v>
                </c:pt>
                <c:pt idx="10">
                  <c:v>-2</c:v>
                </c:pt>
                <c:pt idx="11">
                  <c:v>-1.5930960382153607</c:v>
                </c:pt>
                <c:pt idx="12">
                  <c:v>-1.030248736457422</c:v>
                </c:pt>
                <c:pt idx="13">
                  <c:v>-0.36655351020999916</c:v>
                </c:pt>
                <c:pt idx="14">
                  <c:v>0.33302252754525841</c:v>
                </c:pt>
                <c:pt idx="15">
                  <c:v>0.99999999999999967</c:v>
                </c:pt>
                <c:pt idx="16">
                  <c:v>1.5690905050450481</c:v>
                </c:pt>
                <c:pt idx="17">
                  <c:v>1.9845874989598933</c:v>
                </c:pt>
                <c:pt idx="18">
                  <c:v>2.2058192410423683</c:v>
                </c:pt>
                <c:pt idx="19">
                  <c:v>2.2111300269652547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FCF0-443F-92F7-2372B7D95B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48078112"/>
        <c:axId val="457060912"/>
      </c:scatterChart>
      <c:valAx>
        <c:axId val="54807811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57060912"/>
        <c:crosses val="autoZero"/>
        <c:crossBetween val="midCat"/>
      </c:valAx>
      <c:valAx>
        <c:axId val="457060912"/>
        <c:scaling>
          <c:orientation val="minMax"/>
          <c:max val="4"/>
          <c:min val="-4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48078112"/>
        <c:crosses val="autoZero"/>
        <c:crossBetween val="midCat"/>
      </c:valAx>
    </c:plotArea>
    <c:plotVisOnly val="1"/>
    <c:dispBlanksAs val="gap"/>
    <c:showDLblsOverMax val="0"/>
    <c:extLst/>
  </c:chart>
  <c:txPr>
    <a:bodyPr/>
    <a:lstStyle/>
    <a:p>
      <a:pPr>
        <a:defRPr/>
      </a:pPr>
      <a:endParaRPr lang="ko-KR"/>
    </a:p>
  </c:tx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/>
              <a:t>- 2*SIN + COS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scatterChart>
        <c:scatterStyle val="smoothMarker"/>
        <c:varyColors val="0"/>
        <c:ser>
          <c:idx val="1"/>
          <c:order val="0"/>
          <c:xVal>
            <c:numRef>
              <c:f>Sheet1!$A$50:$A$70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</c:numCache>
            </c:numRef>
          </c:xVal>
          <c:yVal>
            <c:numRef>
              <c:f>Sheet1!$I$50:$I$70</c:f>
              <c:numCache>
                <c:formatCode>General</c:formatCode>
                <c:ptCount val="21"/>
                <c:pt idx="0">
                  <c:v>1</c:v>
                </c:pt>
                <c:pt idx="1">
                  <c:v>0.33302252754525874</c:v>
                </c:pt>
                <c:pt idx="2">
                  <c:v>-0.36655351020999882</c:v>
                </c:pt>
                <c:pt idx="3">
                  <c:v>-1.0302487364574218</c:v>
                </c:pt>
                <c:pt idx="4">
                  <c:v>-1.5930960382153596</c:v>
                </c:pt>
                <c:pt idx="5">
                  <c:v>-2</c:v>
                </c:pt>
                <c:pt idx="6">
                  <c:v>-2.2111300269652547</c:v>
                </c:pt>
                <c:pt idx="7">
                  <c:v>-2.2058192410423678</c:v>
                </c:pt>
                <c:pt idx="8">
                  <c:v>-1.9845874989598937</c:v>
                </c:pt>
                <c:pt idx="9">
                  <c:v>-1.5690905050450485</c:v>
                </c:pt>
                <c:pt idx="10">
                  <c:v>-1.0000000000000002</c:v>
                </c:pt>
                <c:pt idx="11">
                  <c:v>-0.33302252754525996</c:v>
                </c:pt>
                <c:pt idx="12">
                  <c:v>0.36655351020999849</c:v>
                </c:pt>
                <c:pt idx="13">
                  <c:v>1.0302487364574215</c:v>
                </c:pt>
                <c:pt idx="14">
                  <c:v>1.5930960382153594</c:v>
                </c:pt>
                <c:pt idx="15">
                  <c:v>1.9999999999999998</c:v>
                </c:pt>
                <c:pt idx="16">
                  <c:v>2.2111300269652547</c:v>
                </c:pt>
                <c:pt idx="17">
                  <c:v>2.2058192410423683</c:v>
                </c:pt>
                <c:pt idx="18">
                  <c:v>1.9845874989598942</c:v>
                </c:pt>
                <c:pt idx="19">
                  <c:v>1.5690905050450488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6003-4ACA-AE7C-F72B55FAEEA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48078112"/>
        <c:axId val="457060912"/>
      </c:scatterChart>
      <c:valAx>
        <c:axId val="54807811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57060912"/>
        <c:crosses val="autoZero"/>
        <c:crossBetween val="midCat"/>
      </c:valAx>
      <c:valAx>
        <c:axId val="457060912"/>
        <c:scaling>
          <c:orientation val="minMax"/>
          <c:max val="4"/>
          <c:min val="-4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48078112"/>
        <c:crosses val="autoZero"/>
        <c:crossBetween val="midCat"/>
      </c:valAx>
    </c:plotArea>
    <c:plotVisOnly val="1"/>
    <c:dispBlanksAs val="gap"/>
    <c:showDLblsOverMax val="0"/>
    <c:extLst/>
  </c:chart>
  <c:txPr>
    <a:bodyPr/>
    <a:lstStyle/>
    <a:p>
      <a:pPr>
        <a:defRPr/>
      </a:pPr>
      <a:endParaRPr lang="ko-KR"/>
    </a:p>
  </c:tx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/>
              <a:t>- 2*SIN + 2*COS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scatterChart>
        <c:scatterStyle val="smoothMarker"/>
        <c:varyColors val="0"/>
        <c:ser>
          <c:idx val="1"/>
          <c:order val="0"/>
          <c:xVal>
            <c:numRef>
              <c:f>Sheet1!$A$50:$A$70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</c:numCache>
            </c:numRef>
          </c:xVal>
          <c:yVal>
            <c:numRef>
              <c:f>Sheet1!$K$50:$K$70</c:f>
              <c:numCache>
                <c:formatCode>General</c:formatCode>
                <c:ptCount val="21"/>
                <c:pt idx="0">
                  <c:v>2</c:v>
                </c:pt>
                <c:pt idx="1">
                  <c:v>1.2840790438404124</c:v>
                </c:pt>
                <c:pt idx="2">
                  <c:v>0.44246348416494863</c:v>
                </c:pt>
                <c:pt idx="3">
                  <c:v>-0.44246348416494863</c:v>
                </c:pt>
                <c:pt idx="4">
                  <c:v>-1.2840790438404122</c:v>
                </c:pt>
                <c:pt idx="5">
                  <c:v>-1.9999999999999998</c:v>
                </c:pt>
                <c:pt idx="6">
                  <c:v>-2.5201470213402022</c:v>
                </c:pt>
                <c:pt idx="7">
                  <c:v>-2.7936044933348407</c:v>
                </c:pt>
                <c:pt idx="8">
                  <c:v>-2.7936044933348412</c:v>
                </c:pt>
                <c:pt idx="9">
                  <c:v>-2.5201470213402022</c:v>
                </c:pt>
                <c:pt idx="10">
                  <c:v>-2.0000000000000004</c:v>
                </c:pt>
                <c:pt idx="11">
                  <c:v>-1.2840790438404137</c:v>
                </c:pt>
                <c:pt idx="12">
                  <c:v>-0.44246348416494907</c:v>
                </c:pt>
                <c:pt idx="13">
                  <c:v>0.44246348416494818</c:v>
                </c:pt>
                <c:pt idx="14">
                  <c:v>1.2840790438404119</c:v>
                </c:pt>
                <c:pt idx="15">
                  <c:v>1.9999999999999996</c:v>
                </c:pt>
                <c:pt idx="16">
                  <c:v>2.5201470213402017</c:v>
                </c:pt>
                <c:pt idx="17">
                  <c:v>2.7936044933348407</c:v>
                </c:pt>
                <c:pt idx="18">
                  <c:v>2.7936044933348416</c:v>
                </c:pt>
                <c:pt idx="19">
                  <c:v>2.5201470213402022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60A7-424A-9EB3-76AB30827D9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48078112"/>
        <c:axId val="457060912"/>
      </c:scatterChart>
      <c:valAx>
        <c:axId val="54807811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57060912"/>
        <c:crosses val="autoZero"/>
        <c:crossBetween val="midCat"/>
      </c:valAx>
      <c:valAx>
        <c:axId val="457060912"/>
        <c:scaling>
          <c:orientation val="minMax"/>
          <c:max val="4"/>
          <c:min val="-4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48078112"/>
        <c:crosses val="autoZero"/>
        <c:crossBetween val="midCat"/>
      </c:valAx>
    </c:plotArea>
    <c:plotVisOnly val="1"/>
    <c:dispBlanksAs val="gap"/>
    <c:showDLblsOverMax val="0"/>
    <c:extLst/>
  </c:chart>
  <c:txPr>
    <a:bodyPr/>
    <a:lstStyle/>
    <a:p>
      <a:pPr>
        <a:defRPr/>
      </a:pPr>
      <a:endParaRPr lang="ko-KR"/>
    </a:p>
  </c:tx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smoothMarker"/>
        <c:varyColors val="0"/>
        <c:ser>
          <c:idx val="0"/>
          <c:order val="0"/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Sheet1!$A$27:$A$47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</c:numCache>
            </c:numRef>
          </c:xVal>
          <c:yVal>
            <c:numRef>
              <c:f>Sheet1!$C$27:$C$47</c:f>
              <c:numCache>
                <c:formatCode>General</c:formatCode>
                <c:ptCount val="21"/>
                <c:pt idx="0">
                  <c:v>-1</c:v>
                </c:pt>
                <c:pt idx="1">
                  <c:v>-0.64203952192020619</c:v>
                </c:pt>
                <c:pt idx="2">
                  <c:v>-0.22123174208247431</c:v>
                </c:pt>
                <c:pt idx="3">
                  <c:v>0.22123174208247431</c:v>
                </c:pt>
                <c:pt idx="4">
                  <c:v>0.64203952192020608</c:v>
                </c:pt>
                <c:pt idx="5">
                  <c:v>0.99999999999999989</c:v>
                </c:pt>
                <c:pt idx="6">
                  <c:v>1.2600735106701011</c:v>
                </c:pt>
                <c:pt idx="7">
                  <c:v>1.3968022466674204</c:v>
                </c:pt>
                <c:pt idx="8">
                  <c:v>1.3968022466674206</c:v>
                </c:pt>
                <c:pt idx="9">
                  <c:v>1.2600735106701011</c:v>
                </c:pt>
                <c:pt idx="10">
                  <c:v>1.0000000000000002</c:v>
                </c:pt>
                <c:pt idx="11">
                  <c:v>0.64203952192020686</c:v>
                </c:pt>
                <c:pt idx="12">
                  <c:v>0.22123174208247454</c:v>
                </c:pt>
                <c:pt idx="13">
                  <c:v>-0.22123174208247409</c:v>
                </c:pt>
                <c:pt idx="14">
                  <c:v>-0.64203952192020597</c:v>
                </c:pt>
                <c:pt idx="15">
                  <c:v>-0.99999999999999978</c:v>
                </c:pt>
                <c:pt idx="16">
                  <c:v>-1.2600735106701009</c:v>
                </c:pt>
                <c:pt idx="17">
                  <c:v>-1.3968022466674204</c:v>
                </c:pt>
                <c:pt idx="18">
                  <c:v>-1.3968022466674208</c:v>
                </c:pt>
                <c:pt idx="19">
                  <c:v>-1.2600735106701011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E991-4782-ADFA-43A5A7CD5F3B}"/>
            </c:ext>
          </c:extLst>
        </c:ser>
        <c:ser>
          <c:idx val="1"/>
          <c:order val="1"/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Sheet1!$A$27:$A$47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</c:numCache>
            </c:numRef>
          </c:xVal>
          <c:yVal>
            <c:numRef>
              <c:f>Sheet1!$D$27:$D$47</c:f>
              <c:numCache>
                <c:formatCode>General</c:formatCode>
                <c:ptCount val="21"/>
                <c:pt idx="0">
                  <c:v>-1</c:v>
                </c:pt>
                <c:pt idx="1">
                  <c:v>-0.33302252754525874</c:v>
                </c:pt>
                <c:pt idx="2">
                  <c:v>0.36655351020999882</c:v>
                </c:pt>
                <c:pt idx="3">
                  <c:v>1.0302487364574218</c:v>
                </c:pt>
                <c:pt idx="4">
                  <c:v>1.5930960382153596</c:v>
                </c:pt>
                <c:pt idx="5">
                  <c:v>2</c:v>
                </c:pt>
                <c:pt idx="6">
                  <c:v>2.2111300269652547</c:v>
                </c:pt>
                <c:pt idx="7">
                  <c:v>2.2058192410423678</c:v>
                </c:pt>
                <c:pt idx="8">
                  <c:v>1.9845874989598937</c:v>
                </c:pt>
                <c:pt idx="9">
                  <c:v>1.5690905050450485</c:v>
                </c:pt>
                <c:pt idx="10">
                  <c:v>1.0000000000000002</c:v>
                </c:pt>
                <c:pt idx="11">
                  <c:v>0.33302252754525996</c:v>
                </c:pt>
                <c:pt idx="12">
                  <c:v>-0.36655351020999849</c:v>
                </c:pt>
                <c:pt idx="13">
                  <c:v>-1.0302487364574215</c:v>
                </c:pt>
                <c:pt idx="14">
                  <c:v>-1.5930960382153594</c:v>
                </c:pt>
                <c:pt idx="15">
                  <c:v>-1.9999999999999998</c:v>
                </c:pt>
                <c:pt idx="16">
                  <c:v>-2.2111300269652547</c:v>
                </c:pt>
                <c:pt idx="17">
                  <c:v>-2.2058192410423683</c:v>
                </c:pt>
                <c:pt idx="18">
                  <c:v>-1.9845874989598942</c:v>
                </c:pt>
                <c:pt idx="19">
                  <c:v>-1.5690905050450488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E991-4782-ADFA-43A5A7CD5F3B}"/>
            </c:ext>
          </c:extLst>
        </c:ser>
        <c:ser>
          <c:idx val="2"/>
          <c:order val="2"/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xVal>
            <c:numRef>
              <c:f>Sheet1!$A$27:$A$47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</c:numCache>
            </c:numRef>
          </c:xVal>
          <c:yVal>
            <c:numRef>
              <c:f>Sheet1!$E$27:$E$47</c:f>
              <c:numCache>
                <c:formatCode>General</c:formatCode>
                <c:ptCount val="21"/>
                <c:pt idx="0">
                  <c:v>-2</c:v>
                </c:pt>
                <c:pt idx="1">
                  <c:v>-1.5930960382153596</c:v>
                </c:pt>
                <c:pt idx="2">
                  <c:v>-1.0302487364574218</c:v>
                </c:pt>
                <c:pt idx="3">
                  <c:v>-0.36655351020999882</c:v>
                </c:pt>
                <c:pt idx="4">
                  <c:v>0.33302252754525863</c:v>
                </c:pt>
                <c:pt idx="5">
                  <c:v>0.99999999999999989</c:v>
                </c:pt>
                <c:pt idx="6">
                  <c:v>1.5690905050450483</c:v>
                </c:pt>
                <c:pt idx="7">
                  <c:v>1.9845874989598935</c:v>
                </c:pt>
                <c:pt idx="8">
                  <c:v>2.2058192410423678</c:v>
                </c:pt>
                <c:pt idx="9">
                  <c:v>2.2111300269652547</c:v>
                </c:pt>
                <c:pt idx="10">
                  <c:v>2</c:v>
                </c:pt>
                <c:pt idx="11">
                  <c:v>1.5930960382153607</c:v>
                </c:pt>
                <c:pt idx="12">
                  <c:v>1.030248736457422</c:v>
                </c:pt>
                <c:pt idx="13">
                  <c:v>0.36655351020999916</c:v>
                </c:pt>
                <c:pt idx="14">
                  <c:v>-0.33302252754525841</c:v>
                </c:pt>
                <c:pt idx="15">
                  <c:v>-0.99999999999999967</c:v>
                </c:pt>
                <c:pt idx="16">
                  <c:v>-1.5690905050450481</c:v>
                </c:pt>
                <c:pt idx="17">
                  <c:v>-1.9845874989598933</c:v>
                </c:pt>
                <c:pt idx="18">
                  <c:v>-2.2058192410423683</c:v>
                </c:pt>
                <c:pt idx="19">
                  <c:v>-2.2111300269652547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E991-4782-ADFA-43A5A7CD5F3B}"/>
            </c:ext>
          </c:extLst>
        </c:ser>
        <c:ser>
          <c:idx val="3"/>
          <c:order val="3"/>
          <c:spPr>
            <a:ln w="19050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xVal>
            <c:numRef>
              <c:f>Sheet1!$A$27:$A$47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</c:numCache>
            </c:numRef>
          </c:xVal>
          <c:yVal>
            <c:numRef>
              <c:f>Sheet1!$F$27:$F$47</c:f>
              <c:numCache>
                <c:formatCode>General</c:formatCode>
                <c:ptCount val="21"/>
                <c:pt idx="0">
                  <c:v>-2</c:v>
                </c:pt>
                <c:pt idx="1">
                  <c:v>-1.2840790438404124</c:v>
                </c:pt>
                <c:pt idx="2">
                  <c:v>-0.44246348416494863</c:v>
                </c:pt>
                <c:pt idx="3">
                  <c:v>0.44246348416494863</c:v>
                </c:pt>
                <c:pt idx="4">
                  <c:v>1.2840790438404122</c:v>
                </c:pt>
                <c:pt idx="5">
                  <c:v>1.9999999999999998</c:v>
                </c:pt>
                <c:pt idx="6">
                  <c:v>2.5201470213402022</c:v>
                </c:pt>
                <c:pt idx="7">
                  <c:v>2.7936044933348407</c:v>
                </c:pt>
                <c:pt idx="8">
                  <c:v>2.7936044933348412</c:v>
                </c:pt>
                <c:pt idx="9">
                  <c:v>2.5201470213402022</c:v>
                </c:pt>
                <c:pt idx="10">
                  <c:v>2.0000000000000004</c:v>
                </c:pt>
                <c:pt idx="11">
                  <c:v>1.2840790438404137</c:v>
                </c:pt>
                <c:pt idx="12">
                  <c:v>0.44246348416494907</c:v>
                </c:pt>
                <c:pt idx="13">
                  <c:v>-0.44246348416494818</c:v>
                </c:pt>
                <c:pt idx="14">
                  <c:v>-1.2840790438404119</c:v>
                </c:pt>
                <c:pt idx="15">
                  <c:v>-1.9999999999999996</c:v>
                </c:pt>
                <c:pt idx="16">
                  <c:v>-2.5201470213402017</c:v>
                </c:pt>
                <c:pt idx="17">
                  <c:v>-2.7936044933348407</c:v>
                </c:pt>
                <c:pt idx="18">
                  <c:v>-2.7936044933348416</c:v>
                </c:pt>
                <c:pt idx="19">
                  <c:v>-2.5201470213402022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3-E991-4782-ADFA-43A5A7CD5F3B}"/>
            </c:ext>
          </c:extLst>
        </c:ser>
        <c:ser>
          <c:idx val="4"/>
          <c:order val="4"/>
          <c:spPr>
            <a:ln w="19050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xVal>
            <c:numRef>
              <c:f>Sheet1!$A$27:$A$47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</c:numCache>
            </c:numRef>
          </c:xVal>
          <c:yVal>
            <c:numRef>
              <c:f>Sheet1!$H$27:$H$47</c:f>
              <c:numCache>
                <c:formatCode>General</c:formatCode>
                <c:ptCount val="21"/>
                <c:pt idx="0">
                  <c:v>1</c:v>
                </c:pt>
                <c:pt idx="1">
                  <c:v>1.2600735106701009</c:v>
                </c:pt>
                <c:pt idx="2">
                  <c:v>1.3968022466674206</c:v>
                </c:pt>
                <c:pt idx="3">
                  <c:v>1.3968022466674206</c:v>
                </c:pt>
                <c:pt idx="4">
                  <c:v>1.2600735106701011</c:v>
                </c:pt>
                <c:pt idx="5">
                  <c:v>1</c:v>
                </c:pt>
                <c:pt idx="6">
                  <c:v>0.6420395219202063</c:v>
                </c:pt>
                <c:pt idx="7">
                  <c:v>0.22123174208247443</c:v>
                </c:pt>
                <c:pt idx="8">
                  <c:v>-0.22123174208247409</c:v>
                </c:pt>
                <c:pt idx="9">
                  <c:v>-0.64203952192020597</c:v>
                </c:pt>
                <c:pt idx="10">
                  <c:v>-0.99999999999999989</c:v>
                </c:pt>
                <c:pt idx="11">
                  <c:v>-1.2600735106701006</c:v>
                </c:pt>
                <c:pt idx="12">
                  <c:v>-1.3968022466674206</c:v>
                </c:pt>
                <c:pt idx="13">
                  <c:v>-1.3968022466674206</c:v>
                </c:pt>
                <c:pt idx="14">
                  <c:v>-1.2600735106701011</c:v>
                </c:pt>
                <c:pt idx="15">
                  <c:v>-1.0000000000000002</c:v>
                </c:pt>
                <c:pt idx="16">
                  <c:v>-0.64203952192020641</c:v>
                </c:pt>
                <c:pt idx="17">
                  <c:v>-0.22123174208247465</c:v>
                </c:pt>
                <c:pt idx="18">
                  <c:v>0.22123174208247398</c:v>
                </c:pt>
                <c:pt idx="19">
                  <c:v>0.64203952192020597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4-E991-4782-ADFA-43A5A7CD5F3B}"/>
            </c:ext>
          </c:extLst>
        </c:ser>
        <c:ser>
          <c:idx val="5"/>
          <c:order val="5"/>
          <c:spPr>
            <a:ln w="19050" cap="rnd">
              <a:solidFill>
                <a:schemeClr val="accent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6"/>
              </a:solidFill>
              <a:ln w="9525">
                <a:solidFill>
                  <a:schemeClr val="accent6"/>
                </a:solidFill>
              </a:ln>
              <a:effectLst/>
            </c:spPr>
          </c:marker>
          <c:xVal>
            <c:numRef>
              <c:f>Sheet1!$A$27:$A$47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</c:numCache>
            </c:numRef>
          </c:xVal>
          <c:yVal>
            <c:numRef>
              <c:f>Sheet1!$I$27:$I$47</c:f>
              <c:numCache>
                <c:formatCode>General</c:formatCode>
                <c:ptCount val="21"/>
                <c:pt idx="0">
                  <c:v>1</c:v>
                </c:pt>
                <c:pt idx="1">
                  <c:v>1.5690905050450483</c:v>
                </c:pt>
                <c:pt idx="2">
                  <c:v>1.9845874989598937</c:v>
                </c:pt>
                <c:pt idx="3">
                  <c:v>2.2058192410423683</c:v>
                </c:pt>
                <c:pt idx="4">
                  <c:v>2.2111300269652547</c:v>
                </c:pt>
                <c:pt idx="5">
                  <c:v>2</c:v>
                </c:pt>
                <c:pt idx="6">
                  <c:v>1.5930960382153598</c:v>
                </c:pt>
                <c:pt idx="7">
                  <c:v>1.030248736457422</c:v>
                </c:pt>
                <c:pt idx="8">
                  <c:v>0.36655351020999916</c:v>
                </c:pt>
                <c:pt idx="9">
                  <c:v>-0.33302252754525852</c:v>
                </c:pt>
                <c:pt idx="10">
                  <c:v>-0.99999999999999978</c:v>
                </c:pt>
                <c:pt idx="11">
                  <c:v>-1.5690905050450477</c:v>
                </c:pt>
                <c:pt idx="12">
                  <c:v>-1.9845874989598937</c:v>
                </c:pt>
                <c:pt idx="13">
                  <c:v>-2.2058192410423678</c:v>
                </c:pt>
                <c:pt idx="14">
                  <c:v>-2.2111300269652547</c:v>
                </c:pt>
                <c:pt idx="15">
                  <c:v>-2</c:v>
                </c:pt>
                <c:pt idx="16">
                  <c:v>-1.5930960382153601</c:v>
                </c:pt>
                <c:pt idx="17">
                  <c:v>-1.0302487364574222</c:v>
                </c:pt>
                <c:pt idx="18">
                  <c:v>-0.36655351020999938</c:v>
                </c:pt>
                <c:pt idx="19">
                  <c:v>0.3330225275452583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5-E991-4782-ADFA-43A5A7CD5F3B}"/>
            </c:ext>
          </c:extLst>
        </c:ser>
        <c:ser>
          <c:idx val="6"/>
          <c:order val="6"/>
          <c:spPr>
            <a:ln w="19050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>
                  <a:lumMod val="60000"/>
                </a:schemeClr>
              </a:solidFill>
              <a:ln w="9525">
                <a:solidFill>
                  <a:schemeClr val="accent1">
                    <a:lumMod val="60000"/>
                  </a:schemeClr>
                </a:solidFill>
              </a:ln>
              <a:effectLst/>
            </c:spPr>
          </c:marker>
          <c:xVal>
            <c:numRef>
              <c:f>Sheet1!$A$27:$A$47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</c:numCache>
            </c:numRef>
          </c:xVal>
          <c:yVal>
            <c:numRef>
              <c:f>Sheet1!$J$27:$J$47</c:f>
              <c:numCache>
                <c:formatCode>General</c:formatCode>
                <c:ptCount val="21"/>
                <c:pt idx="0">
                  <c:v>2</c:v>
                </c:pt>
                <c:pt idx="1">
                  <c:v>2.2111300269652543</c:v>
                </c:pt>
                <c:pt idx="2">
                  <c:v>2.2058192410423683</c:v>
                </c:pt>
                <c:pt idx="3">
                  <c:v>1.9845874989598937</c:v>
                </c:pt>
                <c:pt idx="4">
                  <c:v>1.5690905050450485</c:v>
                </c:pt>
                <c:pt idx="5">
                  <c:v>1.0000000000000002</c:v>
                </c:pt>
                <c:pt idx="6">
                  <c:v>0.33302252754525896</c:v>
                </c:pt>
                <c:pt idx="7">
                  <c:v>-0.3665535102099986</c:v>
                </c:pt>
                <c:pt idx="8">
                  <c:v>-1.0302487364574215</c:v>
                </c:pt>
                <c:pt idx="9">
                  <c:v>-1.5930960382153596</c:v>
                </c:pt>
                <c:pt idx="10">
                  <c:v>-1.9999999999999998</c:v>
                </c:pt>
                <c:pt idx="11">
                  <c:v>-2.2111300269652543</c:v>
                </c:pt>
                <c:pt idx="12">
                  <c:v>-2.2058192410423683</c:v>
                </c:pt>
                <c:pt idx="13">
                  <c:v>-1.9845874989598937</c:v>
                </c:pt>
                <c:pt idx="14">
                  <c:v>-1.5690905050450485</c:v>
                </c:pt>
                <c:pt idx="15">
                  <c:v>-1.0000000000000004</c:v>
                </c:pt>
                <c:pt idx="16">
                  <c:v>-0.33302252754525918</c:v>
                </c:pt>
                <c:pt idx="17">
                  <c:v>0.36655351020999827</c:v>
                </c:pt>
                <c:pt idx="18">
                  <c:v>1.0302487364574213</c:v>
                </c:pt>
                <c:pt idx="19">
                  <c:v>1.5930960382153594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6-E991-4782-ADFA-43A5A7CD5F3B}"/>
            </c:ext>
          </c:extLst>
        </c:ser>
        <c:ser>
          <c:idx val="7"/>
          <c:order val="7"/>
          <c:spPr>
            <a:ln w="19050" cap="rnd">
              <a:solidFill>
                <a:schemeClr val="accent2">
                  <a:lumMod val="6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>
                  <a:lumMod val="60000"/>
                </a:schemeClr>
              </a:solidFill>
              <a:ln w="9525">
                <a:solidFill>
                  <a:schemeClr val="accent2">
                    <a:lumMod val="60000"/>
                  </a:schemeClr>
                </a:solidFill>
              </a:ln>
              <a:effectLst/>
            </c:spPr>
          </c:marker>
          <c:xVal>
            <c:numRef>
              <c:f>Sheet1!$A$27:$A$47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</c:numCache>
            </c:numRef>
          </c:xVal>
          <c:yVal>
            <c:numRef>
              <c:f>Sheet1!$K$27:$K$47</c:f>
              <c:numCache>
                <c:formatCode>General</c:formatCode>
                <c:ptCount val="21"/>
                <c:pt idx="0">
                  <c:v>2</c:v>
                </c:pt>
                <c:pt idx="1">
                  <c:v>2.5201470213402017</c:v>
                </c:pt>
                <c:pt idx="2">
                  <c:v>2.7936044933348412</c:v>
                </c:pt>
                <c:pt idx="3">
                  <c:v>2.7936044933348412</c:v>
                </c:pt>
                <c:pt idx="4">
                  <c:v>2.5201470213402022</c:v>
                </c:pt>
                <c:pt idx="5">
                  <c:v>2</c:v>
                </c:pt>
                <c:pt idx="6">
                  <c:v>1.2840790438404126</c:v>
                </c:pt>
                <c:pt idx="7">
                  <c:v>0.44246348416494885</c:v>
                </c:pt>
                <c:pt idx="8">
                  <c:v>-0.44246348416494818</c:v>
                </c:pt>
                <c:pt idx="9">
                  <c:v>-1.2840790438404119</c:v>
                </c:pt>
                <c:pt idx="10">
                  <c:v>-1.9999999999999998</c:v>
                </c:pt>
                <c:pt idx="11">
                  <c:v>-2.5201470213402013</c:v>
                </c:pt>
                <c:pt idx="12">
                  <c:v>-2.7936044933348412</c:v>
                </c:pt>
                <c:pt idx="13">
                  <c:v>-2.7936044933348412</c:v>
                </c:pt>
                <c:pt idx="14">
                  <c:v>-2.5201470213402022</c:v>
                </c:pt>
                <c:pt idx="15">
                  <c:v>-2.0000000000000004</c:v>
                </c:pt>
                <c:pt idx="16">
                  <c:v>-1.2840790438404128</c:v>
                </c:pt>
                <c:pt idx="17">
                  <c:v>-0.44246348416494929</c:v>
                </c:pt>
                <c:pt idx="18">
                  <c:v>0.44246348416494796</c:v>
                </c:pt>
                <c:pt idx="19">
                  <c:v>1.2840790438404119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7-E991-4782-ADFA-43A5A7CD5F3B}"/>
            </c:ext>
          </c:extLst>
        </c:ser>
        <c:ser>
          <c:idx val="8"/>
          <c:order val="8"/>
          <c:spPr>
            <a:ln w="19050" cap="rnd">
              <a:solidFill>
                <a:schemeClr val="accent3">
                  <a:lumMod val="6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>
                  <a:lumMod val="60000"/>
                </a:schemeClr>
              </a:solidFill>
              <a:ln w="9525">
                <a:solidFill>
                  <a:schemeClr val="accent3">
                    <a:lumMod val="60000"/>
                  </a:schemeClr>
                </a:solidFill>
              </a:ln>
              <a:effectLst/>
            </c:spPr>
          </c:marker>
          <c:xVal>
            <c:numRef>
              <c:f>Sheet1!$A$27:$A$47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</c:numCache>
            </c:numRef>
          </c:xVal>
          <c:yVal>
            <c:numRef>
              <c:f>Sheet1!$C$50:$C$70</c:f>
              <c:numCache>
                <c:formatCode>General</c:formatCode>
                <c:ptCount val="21"/>
                <c:pt idx="0">
                  <c:v>-1</c:v>
                </c:pt>
                <c:pt idx="1">
                  <c:v>-1.2600735106701009</c:v>
                </c:pt>
                <c:pt idx="2">
                  <c:v>-1.3968022466674206</c:v>
                </c:pt>
                <c:pt idx="3">
                  <c:v>-1.3968022466674206</c:v>
                </c:pt>
                <c:pt idx="4">
                  <c:v>-1.2600735106701011</c:v>
                </c:pt>
                <c:pt idx="5">
                  <c:v>-1</c:v>
                </c:pt>
                <c:pt idx="6">
                  <c:v>-0.6420395219202063</c:v>
                </c:pt>
                <c:pt idx="7">
                  <c:v>-0.22123174208247443</c:v>
                </c:pt>
                <c:pt idx="8">
                  <c:v>0.22123174208247409</c:v>
                </c:pt>
                <c:pt idx="9">
                  <c:v>0.64203952192020597</c:v>
                </c:pt>
                <c:pt idx="10">
                  <c:v>0.99999999999999989</c:v>
                </c:pt>
                <c:pt idx="11">
                  <c:v>1.2600735106701006</c:v>
                </c:pt>
                <c:pt idx="12">
                  <c:v>1.3968022466674206</c:v>
                </c:pt>
                <c:pt idx="13">
                  <c:v>1.3968022466674206</c:v>
                </c:pt>
                <c:pt idx="14">
                  <c:v>1.2600735106701011</c:v>
                </c:pt>
                <c:pt idx="15">
                  <c:v>1.0000000000000002</c:v>
                </c:pt>
                <c:pt idx="16">
                  <c:v>0.64203952192020641</c:v>
                </c:pt>
                <c:pt idx="17">
                  <c:v>0.22123174208247465</c:v>
                </c:pt>
                <c:pt idx="18">
                  <c:v>-0.22123174208247398</c:v>
                </c:pt>
                <c:pt idx="19">
                  <c:v>-0.64203952192020597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8-E991-4782-ADFA-43A5A7CD5F3B}"/>
            </c:ext>
          </c:extLst>
        </c:ser>
        <c:ser>
          <c:idx val="9"/>
          <c:order val="9"/>
          <c:spPr>
            <a:ln w="19050" cap="rnd">
              <a:solidFill>
                <a:schemeClr val="accent4">
                  <a:lumMod val="6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>
                  <a:lumMod val="60000"/>
                </a:schemeClr>
              </a:solidFill>
              <a:ln w="9525">
                <a:solidFill>
                  <a:schemeClr val="accent4">
                    <a:lumMod val="60000"/>
                  </a:schemeClr>
                </a:solidFill>
              </a:ln>
              <a:effectLst/>
            </c:spPr>
          </c:marker>
          <c:xVal>
            <c:numRef>
              <c:f>Sheet1!$A$27:$A$47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</c:numCache>
            </c:numRef>
          </c:xVal>
          <c:yVal>
            <c:numRef>
              <c:f>Sheet1!$D$50:$D$70</c:f>
              <c:numCache>
                <c:formatCode>General</c:formatCode>
                <c:ptCount val="21"/>
                <c:pt idx="0">
                  <c:v>-1</c:v>
                </c:pt>
                <c:pt idx="1">
                  <c:v>-1.5690905050450483</c:v>
                </c:pt>
                <c:pt idx="2">
                  <c:v>-1.9845874989598937</c:v>
                </c:pt>
                <c:pt idx="3">
                  <c:v>-2.2058192410423683</c:v>
                </c:pt>
                <c:pt idx="4">
                  <c:v>-2.2111300269652547</c:v>
                </c:pt>
                <c:pt idx="5">
                  <c:v>-2</c:v>
                </c:pt>
                <c:pt idx="6">
                  <c:v>-1.5930960382153598</c:v>
                </c:pt>
                <c:pt idx="7">
                  <c:v>-1.030248736457422</c:v>
                </c:pt>
                <c:pt idx="8">
                  <c:v>-0.36655351020999916</c:v>
                </c:pt>
                <c:pt idx="9">
                  <c:v>0.33302252754525852</c:v>
                </c:pt>
                <c:pt idx="10">
                  <c:v>0.99999999999999978</c:v>
                </c:pt>
                <c:pt idx="11">
                  <c:v>1.5690905050450477</c:v>
                </c:pt>
                <c:pt idx="12">
                  <c:v>1.9845874989598937</c:v>
                </c:pt>
                <c:pt idx="13">
                  <c:v>2.2058192410423678</c:v>
                </c:pt>
                <c:pt idx="14">
                  <c:v>2.2111300269652547</c:v>
                </c:pt>
                <c:pt idx="15">
                  <c:v>2</c:v>
                </c:pt>
                <c:pt idx="16">
                  <c:v>1.5930960382153601</c:v>
                </c:pt>
                <c:pt idx="17">
                  <c:v>1.0302487364574222</c:v>
                </c:pt>
                <c:pt idx="18">
                  <c:v>0.36655351020999938</c:v>
                </c:pt>
                <c:pt idx="19">
                  <c:v>-0.3330225275452583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9-E991-4782-ADFA-43A5A7CD5F3B}"/>
            </c:ext>
          </c:extLst>
        </c:ser>
        <c:ser>
          <c:idx val="10"/>
          <c:order val="10"/>
          <c:spPr>
            <a:ln w="19050" cap="rnd">
              <a:solidFill>
                <a:schemeClr val="accent5">
                  <a:lumMod val="6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>
                  <a:lumMod val="60000"/>
                </a:schemeClr>
              </a:solidFill>
              <a:ln w="9525">
                <a:solidFill>
                  <a:schemeClr val="accent5">
                    <a:lumMod val="60000"/>
                  </a:schemeClr>
                </a:solidFill>
              </a:ln>
              <a:effectLst/>
            </c:spPr>
          </c:marker>
          <c:xVal>
            <c:numRef>
              <c:f>Sheet1!$A$27:$A$47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</c:numCache>
            </c:numRef>
          </c:xVal>
          <c:yVal>
            <c:numRef>
              <c:f>Sheet1!$E$50:$E$70</c:f>
              <c:numCache>
                <c:formatCode>General</c:formatCode>
                <c:ptCount val="21"/>
                <c:pt idx="0">
                  <c:v>-2</c:v>
                </c:pt>
                <c:pt idx="1">
                  <c:v>-2.2111300269652543</c:v>
                </c:pt>
                <c:pt idx="2">
                  <c:v>-2.2058192410423683</c:v>
                </c:pt>
                <c:pt idx="3">
                  <c:v>-1.9845874989598937</c:v>
                </c:pt>
                <c:pt idx="4">
                  <c:v>-1.5690905050450485</c:v>
                </c:pt>
                <c:pt idx="5">
                  <c:v>-1.0000000000000002</c:v>
                </c:pt>
                <c:pt idx="6">
                  <c:v>-0.33302252754525896</c:v>
                </c:pt>
                <c:pt idx="7">
                  <c:v>0.3665535102099986</c:v>
                </c:pt>
                <c:pt idx="8">
                  <c:v>1.0302487364574215</c:v>
                </c:pt>
                <c:pt idx="9">
                  <c:v>1.5930960382153596</c:v>
                </c:pt>
                <c:pt idx="10">
                  <c:v>1.9999999999999998</c:v>
                </c:pt>
                <c:pt idx="11">
                  <c:v>2.2111300269652543</c:v>
                </c:pt>
                <c:pt idx="12">
                  <c:v>2.2058192410423683</c:v>
                </c:pt>
                <c:pt idx="13">
                  <c:v>1.9845874989598937</c:v>
                </c:pt>
                <c:pt idx="14">
                  <c:v>1.5690905050450485</c:v>
                </c:pt>
                <c:pt idx="15">
                  <c:v>1.0000000000000004</c:v>
                </c:pt>
                <c:pt idx="16">
                  <c:v>0.33302252754525918</c:v>
                </c:pt>
                <c:pt idx="17">
                  <c:v>-0.36655351020999827</c:v>
                </c:pt>
                <c:pt idx="18">
                  <c:v>-1.0302487364574213</c:v>
                </c:pt>
                <c:pt idx="19">
                  <c:v>-1.5930960382153594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A-E991-4782-ADFA-43A5A7CD5F3B}"/>
            </c:ext>
          </c:extLst>
        </c:ser>
        <c:ser>
          <c:idx val="11"/>
          <c:order val="11"/>
          <c:spPr>
            <a:ln w="19050" cap="rnd">
              <a:solidFill>
                <a:schemeClr val="accent6">
                  <a:lumMod val="6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6">
                  <a:lumMod val="60000"/>
                </a:schemeClr>
              </a:solidFill>
              <a:ln w="9525">
                <a:solidFill>
                  <a:schemeClr val="accent6">
                    <a:lumMod val="60000"/>
                  </a:schemeClr>
                </a:solidFill>
              </a:ln>
              <a:effectLst/>
            </c:spPr>
          </c:marker>
          <c:xVal>
            <c:numRef>
              <c:f>Sheet1!$A$27:$A$47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</c:numCache>
            </c:numRef>
          </c:xVal>
          <c:yVal>
            <c:numRef>
              <c:f>Sheet1!$F$50:$F$70</c:f>
              <c:numCache>
                <c:formatCode>General</c:formatCode>
                <c:ptCount val="21"/>
                <c:pt idx="0">
                  <c:v>-2</c:v>
                </c:pt>
                <c:pt idx="1">
                  <c:v>-2.5201470213402017</c:v>
                </c:pt>
                <c:pt idx="2">
                  <c:v>-2.7936044933348412</c:v>
                </c:pt>
                <c:pt idx="3">
                  <c:v>-2.7936044933348412</c:v>
                </c:pt>
                <c:pt idx="4">
                  <c:v>-2.5201470213402022</c:v>
                </c:pt>
                <c:pt idx="5">
                  <c:v>-2</c:v>
                </c:pt>
                <c:pt idx="6">
                  <c:v>-1.2840790438404126</c:v>
                </c:pt>
                <c:pt idx="7">
                  <c:v>-0.44246348416494885</c:v>
                </c:pt>
                <c:pt idx="8">
                  <c:v>0.44246348416494818</c:v>
                </c:pt>
                <c:pt idx="9">
                  <c:v>1.2840790438404119</c:v>
                </c:pt>
                <c:pt idx="10">
                  <c:v>1.9999999999999998</c:v>
                </c:pt>
                <c:pt idx="11">
                  <c:v>2.5201470213402013</c:v>
                </c:pt>
                <c:pt idx="12">
                  <c:v>2.7936044933348412</c:v>
                </c:pt>
                <c:pt idx="13">
                  <c:v>2.7936044933348412</c:v>
                </c:pt>
                <c:pt idx="14">
                  <c:v>2.5201470213402022</c:v>
                </c:pt>
                <c:pt idx="15">
                  <c:v>2.0000000000000004</c:v>
                </c:pt>
                <c:pt idx="16">
                  <c:v>1.2840790438404128</c:v>
                </c:pt>
                <c:pt idx="17">
                  <c:v>0.44246348416494929</c:v>
                </c:pt>
                <c:pt idx="18">
                  <c:v>-0.44246348416494796</c:v>
                </c:pt>
                <c:pt idx="19">
                  <c:v>-1.2840790438404119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B-E991-4782-ADFA-43A5A7CD5F3B}"/>
            </c:ext>
          </c:extLst>
        </c:ser>
        <c:ser>
          <c:idx val="12"/>
          <c:order val="12"/>
          <c:spPr>
            <a:ln w="19050" cap="rnd">
              <a:solidFill>
                <a:schemeClr val="accent1">
                  <a:lumMod val="80000"/>
                  <a:lumOff val="2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>
                  <a:lumMod val="80000"/>
                  <a:lumOff val="20000"/>
                </a:schemeClr>
              </a:solidFill>
              <a:ln w="9525">
                <a:solidFill>
                  <a:schemeClr val="accent1">
                    <a:lumMod val="80000"/>
                    <a:lumOff val="20000"/>
                  </a:schemeClr>
                </a:solidFill>
              </a:ln>
              <a:effectLst/>
            </c:spPr>
          </c:marker>
          <c:xVal>
            <c:numRef>
              <c:f>Sheet1!$A$27:$A$47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</c:numCache>
            </c:numRef>
          </c:xVal>
          <c:yVal>
            <c:numRef>
              <c:f>Sheet1!$H$50:$H$70</c:f>
              <c:numCache>
                <c:formatCode>General</c:formatCode>
                <c:ptCount val="21"/>
                <c:pt idx="0">
                  <c:v>1</c:v>
                </c:pt>
                <c:pt idx="1">
                  <c:v>0.64203952192020619</c:v>
                </c:pt>
                <c:pt idx="2">
                  <c:v>0.22123174208247431</c:v>
                </c:pt>
                <c:pt idx="3">
                  <c:v>-0.22123174208247431</c:v>
                </c:pt>
                <c:pt idx="4">
                  <c:v>-0.64203952192020608</c:v>
                </c:pt>
                <c:pt idx="5">
                  <c:v>-0.99999999999999989</c:v>
                </c:pt>
                <c:pt idx="6">
                  <c:v>-1.2600735106701011</c:v>
                </c:pt>
                <c:pt idx="7">
                  <c:v>-1.3968022466674204</c:v>
                </c:pt>
                <c:pt idx="8">
                  <c:v>-1.3968022466674206</c:v>
                </c:pt>
                <c:pt idx="9">
                  <c:v>-1.2600735106701011</c:v>
                </c:pt>
                <c:pt idx="10">
                  <c:v>-1.0000000000000002</c:v>
                </c:pt>
                <c:pt idx="11">
                  <c:v>-0.64203952192020686</c:v>
                </c:pt>
                <c:pt idx="12">
                  <c:v>-0.22123174208247454</c:v>
                </c:pt>
                <c:pt idx="13">
                  <c:v>0.22123174208247409</c:v>
                </c:pt>
                <c:pt idx="14">
                  <c:v>0.64203952192020597</c:v>
                </c:pt>
                <c:pt idx="15">
                  <c:v>0.99999999999999978</c:v>
                </c:pt>
                <c:pt idx="16">
                  <c:v>1.2600735106701009</c:v>
                </c:pt>
                <c:pt idx="17">
                  <c:v>1.3968022466674204</c:v>
                </c:pt>
                <c:pt idx="18">
                  <c:v>1.3968022466674208</c:v>
                </c:pt>
                <c:pt idx="19">
                  <c:v>1.2600735106701011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C-E991-4782-ADFA-43A5A7CD5F3B}"/>
            </c:ext>
          </c:extLst>
        </c:ser>
        <c:ser>
          <c:idx val="13"/>
          <c:order val="13"/>
          <c:spPr>
            <a:ln w="19050" cap="rnd">
              <a:solidFill>
                <a:schemeClr val="accent2">
                  <a:lumMod val="80000"/>
                  <a:lumOff val="2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>
                  <a:lumMod val="80000"/>
                  <a:lumOff val="20000"/>
                </a:schemeClr>
              </a:solidFill>
              <a:ln w="9525">
                <a:solidFill>
                  <a:schemeClr val="accent2">
                    <a:lumMod val="80000"/>
                    <a:lumOff val="20000"/>
                  </a:schemeClr>
                </a:solidFill>
              </a:ln>
              <a:effectLst/>
            </c:spPr>
          </c:marker>
          <c:xVal>
            <c:numRef>
              <c:f>Sheet1!$A$27:$A$47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</c:numCache>
            </c:numRef>
          </c:xVal>
          <c:yVal>
            <c:numRef>
              <c:f>Sheet1!$I$50:$I$70</c:f>
              <c:numCache>
                <c:formatCode>General</c:formatCode>
                <c:ptCount val="21"/>
                <c:pt idx="0">
                  <c:v>1</c:v>
                </c:pt>
                <c:pt idx="1">
                  <c:v>0.33302252754525874</c:v>
                </c:pt>
                <c:pt idx="2">
                  <c:v>-0.36655351020999882</c:v>
                </c:pt>
                <c:pt idx="3">
                  <c:v>-1.0302487364574218</c:v>
                </c:pt>
                <c:pt idx="4">
                  <c:v>-1.5930960382153596</c:v>
                </c:pt>
                <c:pt idx="5">
                  <c:v>-2</c:v>
                </c:pt>
                <c:pt idx="6">
                  <c:v>-2.2111300269652547</c:v>
                </c:pt>
                <c:pt idx="7">
                  <c:v>-2.2058192410423678</c:v>
                </c:pt>
                <c:pt idx="8">
                  <c:v>-1.9845874989598937</c:v>
                </c:pt>
                <c:pt idx="9">
                  <c:v>-1.5690905050450485</c:v>
                </c:pt>
                <c:pt idx="10">
                  <c:v>-1.0000000000000002</c:v>
                </c:pt>
                <c:pt idx="11">
                  <c:v>-0.33302252754525996</c:v>
                </c:pt>
                <c:pt idx="12">
                  <c:v>0.36655351020999849</c:v>
                </c:pt>
                <c:pt idx="13">
                  <c:v>1.0302487364574215</c:v>
                </c:pt>
                <c:pt idx="14">
                  <c:v>1.5930960382153594</c:v>
                </c:pt>
                <c:pt idx="15">
                  <c:v>1.9999999999999998</c:v>
                </c:pt>
                <c:pt idx="16">
                  <c:v>2.2111300269652547</c:v>
                </c:pt>
                <c:pt idx="17">
                  <c:v>2.2058192410423683</c:v>
                </c:pt>
                <c:pt idx="18">
                  <c:v>1.9845874989598942</c:v>
                </c:pt>
                <c:pt idx="19">
                  <c:v>1.5690905050450488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D-E991-4782-ADFA-43A5A7CD5F3B}"/>
            </c:ext>
          </c:extLst>
        </c:ser>
        <c:ser>
          <c:idx val="14"/>
          <c:order val="14"/>
          <c:spPr>
            <a:ln w="19050" cap="rnd">
              <a:solidFill>
                <a:schemeClr val="accent3">
                  <a:lumMod val="80000"/>
                  <a:lumOff val="2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>
                  <a:lumMod val="80000"/>
                  <a:lumOff val="20000"/>
                </a:schemeClr>
              </a:solidFill>
              <a:ln w="9525">
                <a:solidFill>
                  <a:schemeClr val="accent3">
                    <a:lumMod val="80000"/>
                    <a:lumOff val="20000"/>
                  </a:schemeClr>
                </a:solidFill>
              </a:ln>
              <a:effectLst/>
            </c:spPr>
          </c:marker>
          <c:xVal>
            <c:numRef>
              <c:f>Sheet1!$A$27:$A$47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</c:numCache>
            </c:numRef>
          </c:xVal>
          <c:yVal>
            <c:numRef>
              <c:f>Sheet1!$J$50:$J$70</c:f>
              <c:numCache>
                <c:formatCode>General</c:formatCode>
                <c:ptCount val="21"/>
                <c:pt idx="0">
                  <c:v>2</c:v>
                </c:pt>
                <c:pt idx="1">
                  <c:v>1.5930960382153596</c:v>
                </c:pt>
                <c:pt idx="2">
                  <c:v>1.0302487364574218</c:v>
                </c:pt>
                <c:pt idx="3">
                  <c:v>0.36655351020999882</c:v>
                </c:pt>
                <c:pt idx="4">
                  <c:v>-0.33302252754525863</c:v>
                </c:pt>
                <c:pt idx="5">
                  <c:v>-0.99999999999999989</c:v>
                </c:pt>
                <c:pt idx="6">
                  <c:v>-1.5690905050450483</c:v>
                </c:pt>
                <c:pt idx="7">
                  <c:v>-1.9845874989598935</c:v>
                </c:pt>
                <c:pt idx="8">
                  <c:v>-2.2058192410423678</c:v>
                </c:pt>
                <c:pt idx="9">
                  <c:v>-2.2111300269652547</c:v>
                </c:pt>
                <c:pt idx="10">
                  <c:v>-2</c:v>
                </c:pt>
                <c:pt idx="11">
                  <c:v>-1.5930960382153607</c:v>
                </c:pt>
                <c:pt idx="12">
                  <c:v>-1.030248736457422</c:v>
                </c:pt>
                <c:pt idx="13">
                  <c:v>-0.36655351020999916</c:v>
                </c:pt>
                <c:pt idx="14">
                  <c:v>0.33302252754525841</c:v>
                </c:pt>
                <c:pt idx="15">
                  <c:v>0.99999999999999967</c:v>
                </c:pt>
                <c:pt idx="16">
                  <c:v>1.5690905050450481</c:v>
                </c:pt>
                <c:pt idx="17">
                  <c:v>1.9845874989598933</c:v>
                </c:pt>
                <c:pt idx="18">
                  <c:v>2.2058192410423683</c:v>
                </c:pt>
                <c:pt idx="19">
                  <c:v>2.2111300269652547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E-E991-4782-ADFA-43A5A7CD5F3B}"/>
            </c:ext>
          </c:extLst>
        </c:ser>
        <c:ser>
          <c:idx val="15"/>
          <c:order val="15"/>
          <c:spPr>
            <a:ln w="19050" cap="rnd">
              <a:solidFill>
                <a:schemeClr val="accent4">
                  <a:lumMod val="80000"/>
                  <a:lumOff val="2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>
                  <a:lumMod val="80000"/>
                  <a:lumOff val="20000"/>
                </a:schemeClr>
              </a:solidFill>
              <a:ln w="9525">
                <a:solidFill>
                  <a:schemeClr val="accent4">
                    <a:lumMod val="80000"/>
                    <a:lumOff val="20000"/>
                  </a:schemeClr>
                </a:solidFill>
              </a:ln>
              <a:effectLst/>
            </c:spPr>
          </c:marker>
          <c:xVal>
            <c:numRef>
              <c:f>Sheet1!$A$27:$A$47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</c:numCache>
            </c:numRef>
          </c:xVal>
          <c:yVal>
            <c:numRef>
              <c:f>Sheet1!$K$50:$K$70</c:f>
              <c:numCache>
                <c:formatCode>General</c:formatCode>
                <c:ptCount val="21"/>
                <c:pt idx="0">
                  <c:v>2</c:v>
                </c:pt>
                <c:pt idx="1">
                  <c:v>1.2840790438404124</c:v>
                </c:pt>
                <c:pt idx="2">
                  <c:v>0.44246348416494863</c:v>
                </c:pt>
                <c:pt idx="3">
                  <c:v>-0.44246348416494863</c:v>
                </c:pt>
                <c:pt idx="4">
                  <c:v>-1.2840790438404122</c:v>
                </c:pt>
                <c:pt idx="5">
                  <c:v>-1.9999999999999998</c:v>
                </c:pt>
                <c:pt idx="6">
                  <c:v>-2.5201470213402022</c:v>
                </c:pt>
                <c:pt idx="7">
                  <c:v>-2.7936044933348407</c:v>
                </c:pt>
                <c:pt idx="8">
                  <c:v>-2.7936044933348412</c:v>
                </c:pt>
                <c:pt idx="9">
                  <c:v>-2.5201470213402022</c:v>
                </c:pt>
                <c:pt idx="10">
                  <c:v>-2.0000000000000004</c:v>
                </c:pt>
                <c:pt idx="11">
                  <c:v>-1.2840790438404137</c:v>
                </c:pt>
                <c:pt idx="12">
                  <c:v>-0.44246348416494907</c:v>
                </c:pt>
                <c:pt idx="13">
                  <c:v>0.44246348416494818</c:v>
                </c:pt>
                <c:pt idx="14">
                  <c:v>1.2840790438404119</c:v>
                </c:pt>
                <c:pt idx="15">
                  <c:v>1.9999999999999996</c:v>
                </c:pt>
                <c:pt idx="16">
                  <c:v>2.5201470213402017</c:v>
                </c:pt>
                <c:pt idx="17">
                  <c:v>2.7936044933348407</c:v>
                </c:pt>
                <c:pt idx="18">
                  <c:v>2.7936044933348416</c:v>
                </c:pt>
                <c:pt idx="19">
                  <c:v>2.5201470213402022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F-E991-4782-ADFA-43A5A7CD5F3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11431408"/>
        <c:axId val="711434032"/>
      </c:scatterChart>
      <c:valAx>
        <c:axId val="71143140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711434032"/>
        <c:crosses val="autoZero"/>
        <c:crossBetween val="midCat"/>
      </c:valAx>
      <c:valAx>
        <c:axId val="7114340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71143140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55C22A-9DF9-4716-8428-1CDC57655A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9A79B83-6FBD-4053-AC5E-7208B45876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2355821-DBB5-4179-BE16-957C3CC42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50233-CD5C-4BAE-A6BA-23438D23AA34}" type="datetimeFigureOut">
              <a:rPr lang="ko-KR" altLang="en-US" smtClean="0"/>
              <a:t>2019-06-17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874E95-E83E-413F-B0DF-BA3AB33C3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48CA065-1CEB-4A4D-A51C-F40BE6ED1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3F5D0-613E-4052-B778-C0FB165F25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038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9BB21E-E12E-49F3-9257-8235666EE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48723A3-EAD4-4F2D-A58E-0868FDE2FF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2158C8-856A-47D4-8A8E-BD45BD7F3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50233-CD5C-4BAE-A6BA-23438D23AA34}" type="datetimeFigureOut">
              <a:rPr lang="ko-KR" altLang="en-US" smtClean="0"/>
              <a:t>2019-06-17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73DF3EA-7F92-4A70-B6A7-AF6EAC9DA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FBC877-7F23-4023-8E7E-0D8D62D08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3F5D0-613E-4052-B778-C0FB165F25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2921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A88452-F526-4642-A008-0B4607FA6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DAB678C-B020-4294-9E3E-E62B655459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E8D3F30-2238-4669-8E42-3C7654C44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50233-CD5C-4BAE-A6BA-23438D23AA34}" type="datetimeFigureOut">
              <a:rPr lang="ko-KR" altLang="en-US" smtClean="0"/>
              <a:t>2019-06-17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EE397FD-BD67-459E-BF74-CF1B06897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FC80FCB-0276-4728-8E2E-98E97766C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3F5D0-613E-4052-B778-C0FB165F25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2458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61A32C-5EB9-45B9-965F-03AE7E1DC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0598969-B024-4BF4-909B-9E3A138025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32D229B-CD7D-457F-8A57-263732C7C2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4921E43-DC46-448D-9487-A178458E9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50233-CD5C-4BAE-A6BA-23438D23AA34}" type="datetimeFigureOut">
              <a:rPr lang="ko-KR" altLang="en-US" smtClean="0"/>
              <a:t>2019-06-17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A2F60E1-B333-4808-AFF2-E04B488D9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42220EC-0723-45DD-BD8D-51E88D4DA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3F5D0-613E-4052-B778-C0FB165F25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0619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3B82CC-5EC4-45AC-83F2-5484A376E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D8D0E48-350A-4438-9E8A-DD69894A26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8005461-279B-4315-A060-8C54FAA49E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F05D17E-63BF-446F-BBA6-10911BA157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CBC3ACB-68D7-4A40-99BA-AB282B4CE4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6932C73-D09C-4B51-9885-B00D43D30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50233-CD5C-4BAE-A6BA-23438D23AA34}" type="datetimeFigureOut">
              <a:rPr lang="ko-KR" altLang="en-US" smtClean="0"/>
              <a:t>2019-06-17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0832C5A-C07F-42BD-9409-9490A9D8D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A9FFAE2-1F46-4819-9A88-4706DE977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3F5D0-613E-4052-B778-C0FB165F25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4949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9EB0FC-47B3-4FA2-8B14-33AD04043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50ABC59-AD4B-45C0-8777-10F5CC767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50233-CD5C-4BAE-A6BA-23438D23AA34}" type="datetimeFigureOut">
              <a:rPr lang="ko-KR" altLang="en-US" smtClean="0"/>
              <a:t>2019-06-17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C870711-D415-435F-B254-C100FEBC6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425969A-AC17-40D8-86A0-CFE45FD94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3F5D0-613E-4052-B778-C0FB165F25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99974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EB6ED34-1631-40EC-854A-9E2BDB57E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50233-CD5C-4BAE-A6BA-23438D23AA34}" type="datetimeFigureOut">
              <a:rPr lang="ko-KR" altLang="en-US" smtClean="0"/>
              <a:t>2019-06-17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3F56E81-36EB-40EF-83A4-B69B8ADB7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A90AA37-791E-40FC-8D10-C58CCF2C1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3F5D0-613E-4052-B778-C0FB165F25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26744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4BBA98-D054-47FF-B819-E53FBC436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71DC011-DE88-408E-8F57-FD63F4DDD8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B39D460-64B9-4014-B698-B33CB1EEEC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26CC5DE-B081-4117-B444-FC64D2EC7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50233-CD5C-4BAE-A6BA-23438D23AA34}" type="datetimeFigureOut">
              <a:rPr lang="ko-KR" altLang="en-US" smtClean="0"/>
              <a:t>2019-06-17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BF9EF6C-B79B-464A-8D24-0FADFCF70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527726B-FD43-466E-B17F-4C886796B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3F5D0-613E-4052-B778-C0FB165F25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8199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7B660B-3CCC-49C2-8C53-F7D563C15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81021F1-174E-49FA-BD94-8A7C03C99D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CD94CDE-CB3D-494A-9DDB-EA3A120A65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8F0E94E-D818-40A0-8D78-D53B9FDC0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50233-CD5C-4BAE-A6BA-23438D23AA34}" type="datetimeFigureOut">
              <a:rPr lang="ko-KR" altLang="en-US" smtClean="0"/>
              <a:t>2019-06-17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5CA15B4-85C3-436B-ACB0-6CF2B5DB7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03F31AC-722F-4C76-8499-5D71582BD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3F5D0-613E-4052-B778-C0FB165F25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50757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B96334-5CEB-4BD2-BC70-8579DC1C1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33F17D7-17BF-46B7-A935-BAAC8DA876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90BA36A-E47F-4F44-AD63-43C81DA46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50233-CD5C-4BAE-A6BA-23438D23AA34}" type="datetimeFigureOut">
              <a:rPr lang="ko-KR" altLang="en-US" smtClean="0"/>
              <a:t>2019-06-17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F9745C4-6F58-4717-81C6-429ABC75A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016B0A9-EE97-460A-96EF-30CD44440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3F5D0-613E-4052-B778-C0FB165F25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7040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EBDE3A7-819E-4C04-9A2D-50866FC3DD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D2B1EBE-43EB-413E-9C45-8034E82103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6A2A74F-E548-43F2-9784-9F39EA618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50233-CD5C-4BAE-A6BA-23438D23AA34}" type="datetimeFigureOut">
              <a:rPr lang="ko-KR" altLang="en-US" smtClean="0"/>
              <a:t>2019-06-17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763040F-2748-45FD-AD62-CDE4E69F8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0387CC1-5EE8-4F36-9438-430E8779F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3F5D0-613E-4052-B778-C0FB165F25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6993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C985FE0-68DA-4492-9D05-F779B93EA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4D62EAE-404D-48D8-A982-95EC969334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4DEC8B3-C20A-46FE-97F4-BD5B3AFB18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E50233-CD5C-4BAE-A6BA-23438D23AA34}" type="datetimeFigureOut">
              <a:rPr lang="ko-KR" altLang="en-US" smtClean="0"/>
              <a:t>2019-06-17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09FDD1-A8B2-49E5-96B8-CA41F82B6E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6ECF52D-8F88-4023-B810-5635873EC1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73F5D0-613E-4052-B778-C0FB165F25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1217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7.xml"/><Relationship Id="rId5" Type="http://schemas.openxmlformats.org/officeDocument/2006/relationships/chart" Target="../charts/chart6.xml"/><Relationship Id="rId4" Type="http://schemas.openxmlformats.org/officeDocument/2006/relationships/chart" Target="../charts/chart5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8.xml"/><Relationship Id="rId13" Type="http://schemas.openxmlformats.org/officeDocument/2006/relationships/chart" Target="../charts/chart23.xml"/><Relationship Id="rId3" Type="http://schemas.openxmlformats.org/officeDocument/2006/relationships/chart" Target="../charts/chart13.xml"/><Relationship Id="rId7" Type="http://schemas.openxmlformats.org/officeDocument/2006/relationships/chart" Target="../charts/chart17.xml"/><Relationship Id="rId12" Type="http://schemas.openxmlformats.org/officeDocument/2006/relationships/chart" Target="../charts/chart22.xml"/><Relationship Id="rId17" Type="http://schemas.openxmlformats.org/officeDocument/2006/relationships/chart" Target="../charts/chart27.xml"/><Relationship Id="rId2" Type="http://schemas.openxmlformats.org/officeDocument/2006/relationships/chart" Target="../charts/chart12.xml"/><Relationship Id="rId16" Type="http://schemas.openxmlformats.org/officeDocument/2006/relationships/chart" Target="../charts/chart26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6.xml"/><Relationship Id="rId11" Type="http://schemas.openxmlformats.org/officeDocument/2006/relationships/chart" Target="../charts/chart21.xml"/><Relationship Id="rId5" Type="http://schemas.openxmlformats.org/officeDocument/2006/relationships/chart" Target="../charts/chart15.xml"/><Relationship Id="rId15" Type="http://schemas.openxmlformats.org/officeDocument/2006/relationships/chart" Target="../charts/chart25.xml"/><Relationship Id="rId10" Type="http://schemas.openxmlformats.org/officeDocument/2006/relationships/chart" Target="../charts/chart20.xml"/><Relationship Id="rId4" Type="http://schemas.openxmlformats.org/officeDocument/2006/relationships/chart" Target="../charts/chart14.xml"/><Relationship Id="rId9" Type="http://schemas.openxmlformats.org/officeDocument/2006/relationships/chart" Target="../charts/chart19.xml"/><Relationship Id="rId14" Type="http://schemas.openxmlformats.org/officeDocument/2006/relationships/chart" Target="../charts/chart2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차트 3">
            <a:extLst>
              <a:ext uri="{FF2B5EF4-FFF2-40B4-BE49-F238E27FC236}">
                <a16:creationId xmlns:a16="http://schemas.microsoft.com/office/drawing/2014/main" id="{495F8792-765A-45AC-8F9C-D9FB5B45C99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39326669"/>
              </p:ext>
            </p:extLst>
          </p:nvPr>
        </p:nvGraphicFramePr>
        <p:xfrm>
          <a:off x="809385" y="450734"/>
          <a:ext cx="454533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차트 4">
            <a:extLst>
              <a:ext uri="{FF2B5EF4-FFF2-40B4-BE49-F238E27FC236}">
                <a16:creationId xmlns:a16="http://schemas.microsoft.com/office/drawing/2014/main" id="{649D73D1-7E4B-4FA2-BA1F-DBB25A16D96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66298023"/>
              </p:ext>
            </p:extLst>
          </p:nvPr>
        </p:nvGraphicFramePr>
        <p:xfrm>
          <a:off x="6163029" y="450734"/>
          <a:ext cx="454533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2D5047F-413C-4E31-8A10-44E9822F83A8}"/>
              </a:ext>
            </a:extLst>
          </p:cNvPr>
          <p:cNvSpPr txBox="1"/>
          <p:nvPr/>
        </p:nvSpPr>
        <p:spPr>
          <a:xfrm>
            <a:off x="809385" y="3768434"/>
            <a:ext cx="355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for(</a:t>
            </a:r>
            <a:r>
              <a:rPr lang="en-US" altLang="ko-KR" dirty="0" err="1"/>
              <a:t>i</a:t>
            </a:r>
            <a:r>
              <a:rPr lang="en-US" altLang="ko-KR" dirty="0"/>
              <a:t>=0; </a:t>
            </a:r>
            <a:r>
              <a:rPr lang="en-US" altLang="ko-KR" dirty="0" err="1"/>
              <a:t>i</a:t>
            </a:r>
            <a:r>
              <a:rPr lang="en-US" altLang="ko-KR" dirty="0"/>
              <a:t>&lt;20; </a:t>
            </a:r>
            <a:r>
              <a:rPr lang="en-US" altLang="ko-KR" dirty="0" err="1"/>
              <a:t>i</a:t>
            </a:r>
            <a:r>
              <a:rPr lang="en-US" altLang="ko-KR" dirty="0"/>
              <a:t>++) sin(2*PI*</a:t>
            </a:r>
            <a:r>
              <a:rPr lang="en-US" altLang="ko-KR" dirty="0" err="1"/>
              <a:t>i</a:t>
            </a:r>
            <a:r>
              <a:rPr lang="en-US" altLang="ko-KR" dirty="0"/>
              <a:t>/20);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C708F0-3B54-499C-B929-9B14999BFC46}"/>
              </a:ext>
            </a:extLst>
          </p:cNvPr>
          <p:cNvSpPr txBox="1"/>
          <p:nvPr/>
        </p:nvSpPr>
        <p:spPr>
          <a:xfrm>
            <a:off x="6096000" y="3763817"/>
            <a:ext cx="355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for(</a:t>
            </a:r>
            <a:r>
              <a:rPr lang="en-US" altLang="ko-KR" dirty="0" err="1"/>
              <a:t>i</a:t>
            </a:r>
            <a:r>
              <a:rPr lang="en-US" altLang="ko-KR" dirty="0"/>
              <a:t>=0; </a:t>
            </a:r>
            <a:r>
              <a:rPr lang="en-US" altLang="ko-KR" dirty="0" err="1"/>
              <a:t>i</a:t>
            </a:r>
            <a:r>
              <a:rPr lang="en-US" altLang="ko-KR" dirty="0"/>
              <a:t>&lt;20; </a:t>
            </a:r>
            <a:r>
              <a:rPr lang="en-US" altLang="ko-KR" dirty="0" err="1"/>
              <a:t>i</a:t>
            </a:r>
            <a:r>
              <a:rPr lang="en-US" altLang="ko-KR" dirty="0"/>
              <a:t>++) cos(2*PI*</a:t>
            </a:r>
            <a:r>
              <a:rPr lang="en-US" altLang="ko-KR" dirty="0" err="1"/>
              <a:t>i</a:t>
            </a:r>
            <a:r>
              <a:rPr lang="en-US" altLang="ko-KR" dirty="0"/>
              <a:t>/20);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186939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차트 1">
            <a:extLst>
              <a:ext uri="{FF2B5EF4-FFF2-40B4-BE49-F238E27FC236}">
                <a16:creationId xmlns:a16="http://schemas.microsoft.com/office/drawing/2014/main" id="{BDDA83E8-FF60-444E-A772-F54FE831259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55835444"/>
              </p:ext>
            </p:extLst>
          </p:nvPr>
        </p:nvGraphicFramePr>
        <p:xfrm>
          <a:off x="4608940" y="1184806"/>
          <a:ext cx="3474604" cy="18976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차트 2">
            <a:extLst>
              <a:ext uri="{FF2B5EF4-FFF2-40B4-BE49-F238E27FC236}">
                <a16:creationId xmlns:a16="http://schemas.microsoft.com/office/drawing/2014/main" id="{2B58B55C-60EF-46B1-BF19-399CCF59B6F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33188842"/>
              </p:ext>
            </p:extLst>
          </p:nvPr>
        </p:nvGraphicFramePr>
        <p:xfrm>
          <a:off x="0" y="1131494"/>
          <a:ext cx="3474604" cy="18976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차트 3">
            <a:extLst>
              <a:ext uri="{FF2B5EF4-FFF2-40B4-BE49-F238E27FC236}">
                <a16:creationId xmlns:a16="http://schemas.microsoft.com/office/drawing/2014/main" id="{04419962-144F-4E27-A137-0BBAF14BF2B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48494760"/>
              </p:ext>
            </p:extLst>
          </p:nvPr>
        </p:nvGraphicFramePr>
        <p:xfrm>
          <a:off x="4608940" y="4143794"/>
          <a:ext cx="3474604" cy="18904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5" name="차트 4">
            <a:extLst>
              <a:ext uri="{FF2B5EF4-FFF2-40B4-BE49-F238E27FC236}">
                <a16:creationId xmlns:a16="http://schemas.microsoft.com/office/drawing/2014/main" id="{FF7CC8BE-2765-4658-87F6-6A32BD21E5B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34936834"/>
              </p:ext>
            </p:extLst>
          </p:nvPr>
        </p:nvGraphicFramePr>
        <p:xfrm>
          <a:off x="0" y="4135357"/>
          <a:ext cx="3474605" cy="18904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6" name="차트 5">
            <a:extLst>
              <a:ext uri="{FF2B5EF4-FFF2-40B4-BE49-F238E27FC236}">
                <a16:creationId xmlns:a16="http://schemas.microsoft.com/office/drawing/2014/main" id="{E94584F6-883C-43C6-B3E8-FA6E73D295A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02861736"/>
              </p:ext>
            </p:extLst>
          </p:nvPr>
        </p:nvGraphicFramePr>
        <p:xfrm>
          <a:off x="8717396" y="2240315"/>
          <a:ext cx="3474604" cy="18950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B6A227C8-EC35-400D-948D-23701CDF439A}"/>
              </a:ext>
            </a:extLst>
          </p:cNvPr>
          <p:cNvCxnSpPr>
            <a:cxnSpLocks/>
          </p:cNvCxnSpPr>
          <p:nvPr/>
        </p:nvCxnSpPr>
        <p:spPr>
          <a:xfrm>
            <a:off x="0" y="3511110"/>
            <a:ext cx="858981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98CB2C98-FA1F-4D18-9D04-5F2C734A16C5}"/>
              </a:ext>
            </a:extLst>
          </p:cNvPr>
          <p:cNvCxnSpPr>
            <a:cxnSpLocks/>
          </p:cNvCxnSpPr>
          <p:nvPr/>
        </p:nvCxnSpPr>
        <p:spPr>
          <a:xfrm flipV="1">
            <a:off x="3976254" y="461818"/>
            <a:ext cx="0" cy="580043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76AACD5-B48E-4806-8F94-9293F1911EE2}"/>
              </a:ext>
            </a:extLst>
          </p:cNvPr>
          <p:cNvSpPr txBox="1"/>
          <p:nvPr/>
        </p:nvSpPr>
        <p:spPr>
          <a:xfrm>
            <a:off x="8084711" y="3511110"/>
            <a:ext cx="632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COS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E5230D5-1DA2-4DC6-BB3D-D4258E8DE0C2}"/>
              </a:ext>
            </a:extLst>
          </p:cNvPr>
          <p:cNvSpPr txBox="1"/>
          <p:nvPr/>
        </p:nvSpPr>
        <p:spPr>
          <a:xfrm>
            <a:off x="3978566" y="273002"/>
            <a:ext cx="632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SIN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980A20C-C131-46C4-B154-DA9EF825EB8F}"/>
              </a:ext>
            </a:extLst>
          </p:cNvPr>
          <p:cNvSpPr txBox="1"/>
          <p:nvPr/>
        </p:nvSpPr>
        <p:spPr>
          <a:xfrm>
            <a:off x="8292898" y="4263435"/>
            <a:ext cx="3899102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/>
              <a:t>만약 </a:t>
            </a:r>
            <a:r>
              <a:rPr lang="ko-KR" altLang="en-US" sz="1050" dirty="0" err="1"/>
              <a:t>비트스트림이</a:t>
            </a:r>
            <a:r>
              <a:rPr lang="ko-KR" altLang="en-US" sz="1050" dirty="0"/>
              <a:t> </a:t>
            </a:r>
            <a:r>
              <a:rPr lang="en-US" altLang="ko-KR" sz="1050" dirty="0"/>
              <a:t>(1101) </a:t>
            </a:r>
            <a:r>
              <a:rPr lang="ko-KR" altLang="en-US" sz="1050" dirty="0"/>
              <a:t>이라면</a:t>
            </a:r>
            <a:r>
              <a:rPr lang="en-US" altLang="ko-KR" sz="1050" dirty="0"/>
              <a:t> </a:t>
            </a:r>
          </a:p>
          <a:p>
            <a:r>
              <a:rPr lang="en-US" altLang="ko-KR" sz="1050" dirty="0"/>
              <a:t>1 -&gt; 1,  0 -&gt; -1</a:t>
            </a:r>
            <a:r>
              <a:rPr lang="ko-KR" altLang="en-US" sz="1050" dirty="0"/>
              <a:t>로 맵핑하고</a:t>
            </a:r>
            <a:r>
              <a:rPr lang="en-US" altLang="ko-KR" sz="1050" dirty="0"/>
              <a:t>, </a:t>
            </a:r>
          </a:p>
          <a:p>
            <a:r>
              <a:rPr lang="en-US" altLang="ko-KR" sz="1050" dirty="0"/>
              <a:t>(11)(-11)</a:t>
            </a:r>
            <a:r>
              <a:rPr lang="ko-KR" altLang="en-US" sz="1050" dirty="0"/>
              <a:t>로 </a:t>
            </a:r>
            <a:r>
              <a:rPr lang="en-US" altLang="ko-KR" sz="1050" dirty="0"/>
              <a:t>2</a:t>
            </a:r>
            <a:r>
              <a:rPr lang="ko-KR" altLang="en-US" sz="1050" dirty="0" err="1"/>
              <a:t>비트씩</a:t>
            </a:r>
            <a:r>
              <a:rPr lang="ko-KR" altLang="en-US" sz="1050" dirty="0"/>
              <a:t> 잘라서 </a:t>
            </a:r>
            <a:r>
              <a:rPr lang="en-US" altLang="ko-KR" sz="1050" dirty="0"/>
              <a:t>1</a:t>
            </a:r>
            <a:r>
              <a:rPr lang="ko-KR" altLang="en-US" sz="1050" dirty="0" err="1"/>
              <a:t>번심볼</a:t>
            </a:r>
            <a:r>
              <a:rPr lang="en-US" altLang="ko-KR" sz="1050" dirty="0"/>
              <a:t>, 2</a:t>
            </a:r>
            <a:r>
              <a:rPr lang="ko-KR" altLang="en-US" sz="1050" dirty="0" err="1"/>
              <a:t>번심볼을</a:t>
            </a:r>
            <a:r>
              <a:rPr lang="ko-KR" altLang="en-US" sz="1050" dirty="0"/>
              <a:t> 차례로 보냄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8DE1FC3-683C-4C5C-8302-711F7D7E4BAE}"/>
              </a:ext>
            </a:extLst>
          </p:cNvPr>
          <p:cNvSpPr txBox="1"/>
          <p:nvPr/>
        </p:nvSpPr>
        <p:spPr>
          <a:xfrm>
            <a:off x="5746248" y="721020"/>
            <a:ext cx="1111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11 -&gt; 11</a:t>
            </a:r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FB28726-543E-4840-B99F-45065152DE87}"/>
              </a:ext>
            </a:extLst>
          </p:cNvPr>
          <p:cNvSpPr txBox="1"/>
          <p:nvPr/>
        </p:nvSpPr>
        <p:spPr>
          <a:xfrm>
            <a:off x="1137308" y="723786"/>
            <a:ext cx="120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01 -&gt; -11</a:t>
            </a:r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576B301-3A65-4E5F-874C-53397C6CF961}"/>
              </a:ext>
            </a:extLst>
          </p:cNvPr>
          <p:cNvSpPr txBox="1"/>
          <p:nvPr/>
        </p:nvSpPr>
        <p:spPr>
          <a:xfrm>
            <a:off x="1200436" y="3840069"/>
            <a:ext cx="1300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00 -&gt; -1-1</a:t>
            </a:r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B9CD329-1F48-43D8-A211-DAA8BA18695B}"/>
              </a:ext>
            </a:extLst>
          </p:cNvPr>
          <p:cNvSpPr txBox="1"/>
          <p:nvPr/>
        </p:nvSpPr>
        <p:spPr>
          <a:xfrm>
            <a:off x="5746248" y="3840069"/>
            <a:ext cx="120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10 -&gt; 1-1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183861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43D458F3-AF47-4E63-9D79-B0B4CA4F761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5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940" y="802559"/>
            <a:ext cx="5962650" cy="30099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601EC41-987D-46AB-8679-1B75BC71B887}"/>
              </a:ext>
            </a:extLst>
          </p:cNvPr>
          <p:cNvSpPr txBox="1"/>
          <p:nvPr/>
        </p:nvSpPr>
        <p:spPr>
          <a:xfrm>
            <a:off x="695940" y="4257368"/>
            <a:ext cx="4055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위상 변화 과정은 수식으로 유도 가능</a:t>
            </a:r>
          </a:p>
        </p:txBody>
      </p:sp>
    </p:spTree>
    <p:extLst>
      <p:ext uri="{BB962C8B-B14F-4D97-AF65-F5344CB8AC3E}">
        <p14:creationId xmlns:p14="http://schemas.microsoft.com/office/powerpoint/2010/main" val="40551634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4A96274-BCB2-45F2-B828-5DFC96724108}"/>
              </a:ext>
            </a:extLst>
          </p:cNvPr>
          <p:cNvSpPr txBox="1"/>
          <p:nvPr/>
        </p:nvSpPr>
        <p:spPr>
          <a:xfrm>
            <a:off x="115836" y="157316"/>
            <a:ext cx="6878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Demodulation </a:t>
            </a:r>
            <a:r>
              <a:rPr lang="ko-KR" altLang="en-US" dirty="0"/>
              <a:t>과정은 심볼에 </a:t>
            </a:r>
            <a:r>
              <a:rPr lang="en-US" altLang="ko-KR" dirty="0"/>
              <a:t>COS, SIN</a:t>
            </a:r>
            <a:r>
              <a:rPr lang="ko-KR" altLang="en-US" dirty="0"/>
              <a:t>함수를 각각 </a:t>
            </a:r>
            <a:r>
              <a:rPr lang="ko-KR" altLang="en-US"/>
              <a:t>곱해서 적분</a:t>
            </a:r>
            <a:endParaRPr lang="ko-KR" altLang="en-US" dirty="0"/>
          </a:p>
        </p:txBody>
      </p:sp>
      <p:graphicFrame>
        <p:nvGraphicFramePr>
          <p:cNvPr id="5" name="차트 4">
            <a:extLst>
              <a:ext uri="{FF2B5EF4-FFF2-40B4-BE49-F238E27FC236}">
                <a16:creationId xmlns:a16="http://schemas.microsoft.com/office/drawing/2014/main" id="{2B58B55C-60EF-46B1-BF19-399CCF59B6F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9796017"/>
              </p:ext>
            </p:extLst>
          </p:nvPr>
        </p:nvGraphicFramePr>
        <p:xfrm>
          <a:off x="19922" y="1444427"/>
          <a:ext cx="3046551" cy="19845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F0C11EF-044A-4D5C-896B-98D6C0D41AF6}"/>
              </a:ext>
            </a:extLst>
          </p:cNvPr>
          <p:cNvSpPr txBox="1"/>
          <p:nvPr/>
        </p:nvSpPr>
        <p:spPr>
          <a:xfrm>
            <a:off x="115835" y="1066800"/>
            <a:ext cx="486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Ex)</a:t>
            </a:r>
            <a:endParaRPr lang="ko-KR" altLang="en-US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1D016253-0205-4D04-A5AE-52FAA4C598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0731609"/>
              </p:ext>
            </p:extLst>
          </p:nvPr>
        </p:nvGraphicFramePr>
        <p:xfrm>
          <a:off x="3351934" y="1149927"/>
          <a:ext cx="662704" cy="43513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62704">
                  <a:extLst>
                    <a:ext uri="{9D8B030D-6E8A-4147-A177-3AD203B41FA5}">
                      <a16:colId xmlns:a16="http://schemas.microsoft.com/office/drawing/2014/main" val="3458613542"/>
                    </a:ext>
                  </a:extLst>
                </a:gridCol>
              </a:tblGrid>
              <a:tr h="21756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 dirty="0">
                          <a:effectLst/>
                        </a:rPr>
                        <a:t>-1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02" marR="7502" marT="7502" marB="0" anchor="ctr"/>
                </a:tc>
                <a:extLst>
                  <a:ext uri="{0D108BD9-81ED-4DB2-BD59-A6C34878D82A}">
                    <a16:rowId xmlns:a16="http://schemas.microsoft.com/office/drawing/2014/main" val="1408007020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-0.64204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02" marR="7502" marT="7502" marB="0" anchor="ctr"/>
                </a:tc>
                <a:extLst>
                  <a:ext uri="{0D108BD9-81ED-4DB2-BD59-A6C34878D82A}">
                    <a16:rowId xmlns:a16="http://schemas.microsoft.com/office/drawing/2014/main" val="3254088940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-0.22123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02" marR="7502" marT="7502" marB="0" anchor="ctr"/>
                </a:tc>
                <a:extLst>
                  <a:ext uri="{0D108BD9-81ED-4DB2-BD59-A6C34878D82A}">
                    <a16:rowId xmlns:a16="http://schemas.microsoft.com/office/drawing/2014/main" val="2533403277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0.221232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02" marR="7502" marT="7502" marB="0" anchor="ctr"/>
                </a:tc>
                <a:extLst>
                  <a:ext uri="{0D108BD9-81ED-4DB2-BD59-A6C34878D82A}">
                    <a16:rowId xmlns:a16="http://schemas.microsoft.com/office/drawing/2014/main" val="1036559311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0.64204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02" marR="7502" marT="7502" marB="0" anchor="ctr"/>
                </a:tc>
                <a:extLst>
                  <a:ext uri="{0D108BD9-81ED-4DB2-BD59-A6C34878D82A}">
                    <a16:rowId xmlns:a16="http://schemas.microsoft.com/office/drawing/2014/main" val="3483975348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02" marR="7502" marT="7502" marB="0" anchor="ctr"/>
                </a:tc>
                <a:extLst>
                  <a:ext uri="{0D108BD9-81ED-4DB2-BD59-A6C34878D82A}">
                    <a16:rowId xmlns:a16="http://schemas.microsoft.com/office/drawing/2014/main" val="87997788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1.260074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02" marR="7502" marT="7502" marB="0" anchor="ctr"/>
                </a:tc>
                <a:extLst>
                  <a:ext uri="{0D108BD9-81ED-4DB2-BD59-A6C34878D82A}">
                    <a16:rowId xmlns:a16="http://schemas.microsoft.com/office/drawing/2014/main" val="4110145919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1.396802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02" marR="7502" marT="7502" marB="0" anchor="ctr"/>
                </a:tc>
                <a:extLst>
                  <a:ext uri="{0D108BD9-81ED-4DB2-BD59-A6C34878D82A}">
                    <a16:rowId xmlns:a16="http://schemas.microsoft.com/office/drawing/2014/main" val="3851261526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1.396802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02" marR="7502" marT="7502" marB="0" anchor="ctr"/>
                </a:tc>
                <a:extLst>
                  <a:ext uri="{0D108BD9-81ED-4DB2-BD59-A6C34878D82A}">
                    <a16:rowId xmlns:a16="http://schemas.microsoft.com/office/drawing/2014/main" val="2961750207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1.260074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02" marR="7502" marT="7502" marB="0" anchor="ctr"/>
                </a:tc>
                <a:extLst>
                  <a:ext uri="{0D108BD9-81ED-4DB2-BD59-A6C34878D82A}">
                    <a16:rowId xmlns:a16="http://schemas.microsoft.com/office/drawing/2014/main" val="3294636361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02" marR="7502" marT="7502" marB="0" anchor="ctr"/>
                </a:tc>
                <a:extLst>
                  <a:ext uri="{0D108BD9-81ED-4DB2-BD59-A6C34878D82A}">
                    <a16:rowId xmlns:a16="http://schemas.microsoft.com/office/drawing/2014/main" val="764847522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0.64204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02" marR="7502" marT="7502" marB="0" anchor="ctr"/>
                </a:tc>
                <a:extLst>
                  <a:ext uri="{0D108BD9-81ED-4DB2-BD59-A6C34878D82A}">
                    <a16:rowId xmlns:a16="http://schemas.microsoft.com/office/drawing/2014/main" val="2992645294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0.221232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02" marR="7502" marT="7502" marB="0" anchor="ctr"/>
                </a:tc>
                <a:extLst>
                  <a:ext uri="{0D108BD9-81ED-4DB2-BD59-A6C34878D82A}">
                    <a16:rowId xmlns:a16="http://schemas.microsoft.com/office/drawing/2014/main" val="1436521201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-0.22123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02" marR="7502" marT="7502" marB="0" anchor="ctr"/>
                </a:tc>
                <a:extLst>
                  <a:ext uri="{0D108BD9-81ED-4DB2-BD59-A6C34878D82A}">
                    <a16:rowId xmlns:a16="http://schemas.microsoft.com/office/drawing/2014/main" val="665921850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-0.64204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02" marR="7502" marT="7502" marB="0" anchor="ctr"/>
                </a:tc>
                <a:extLst>
                  <a:ext uri="{0D108BD9-81ED-4DB2-BD59-A6C34878D82A}">
                    <a16:rowId xmlns:a16="http://schemas.microsoft.com/office/drawing/2014/main" val="4121754350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-1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02" marR="7502" marT="7502" marB="0" anchor="ctr"/>
                </a:tc>
                <a:extLst>
                  <a:ext uri="{0D108BD9-81ED-4DB2-BD59-A6C34878D82A}">
                    <a16:rowId xmlns:a16="http://schemas.microsoft.com/office/drawing/2014/main" val="2701904125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-1.26007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02" marR="7502" marT="7502" marB="0" anchor="ctr"/>
                </a:tc>
                <a:extLst>
                  <a:ext uri="{0D108BD9-81ED-4DB2-BD59-A6C34878D82A}">
                    <a16:rowId xmlns:a16="http://schemas.microsoft.com/office/drawing/2014/main" val="1760612683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-1.3968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02" marR="7502" marT="7502" marB="0" anchor="ctr"/>
                </a:tc>
                <a:extLst>
                  <a:ext uri="{0D108BD9-81ED-4DB2-BD59-A6C34878D82A}">
                    <a16:rowId xmlns:a16="http://schemas.microsoft.com/office/drawing/2014/main" val="2116994660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-1.3968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02" marR="7502" marT="7502" marB="0" anchor="ctr"/>
                </a:tc>
                <a:extLst>
                  <a:ext uri="{0D108BD9-81ED-4DB2-BD59-A6C34878D82A}">
                    <a16:rowId xmlns:a16="http://schemas.microsoft.com/office/drawing/2014/main" val="2371865802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 dirty="0">
                          <a:effectLst/>
                        </a:rPr>
                        <a:t>-1.26007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02" marR="7502" marT="7502" marB="0" anchor="ctr"/>
                </a:tc>
                <a:extLst>
                  <a:ext uri="{0D108BD9-81ED-4DB2-BD59-A6C34878D82A}">
                    <a16:rowId xmlns:a16="http://schemas.microsoft.com/office/drawing/2014/main" val="192989039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282D1E95-EE70-45B7-B2CD-783FA2AAB535}"/>
              </a:ext>
            </a:extLst>
          </p:cNvPr>
          <p:cNvSpPr txBox="1"/>
          <p:nvPr/>
        </p:nvSpPr>
        <p:spPr>
          <a:xfrm>
            <a:off x="3006531" y="697468"/>
            <a:ext cx="19303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(-cos + sin) * sin</a:t>
            </a:r>
            <a:endParaRPr lang="ko-KR" altLang="en-US" dirty="0"/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CDF30470-BF9B-48D9-8845-79F7DCDA56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6919188"/>
              </p:ext>
            </p:extLst>
          </p:nvPr>
        </p:nvGraphicFramePr>
        <p:xfrm>
          <a:off x="4432154" y="1156532"/>
          <a:ext cx="662704" cy="43513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62704">
                  <a:extLst>
                    <a:ext uri="{9D8B030D-6E8A-4147-A177-3AD203B41FA5}">
                      <a16:colId xmlns:a16="http://schemas.microsoft.com/office/drawing/2014/main" val="435367661"/>
                    </a:ext>
                  </a:extLst>
                </a:gridCol>
              </a:tblGrid>
              <a:tr h="21756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02" marR="7502" marT="7502" marB="0" anchor="ctr"/>
                </a:tc>
                <a:extLst>
                  <a:ext uri="{0D108BD9-81ED-4DB2-BD59-A6C34878D82A}">
                    <a16:rowId xmlns:a16="http://schemas.microsoft.com/office/drawing/2014/main" val="430421430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0.309017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02" marR="7502" marT="7502" marB="0" anchor="ctr"/>
                </a:tc>
                <a:extLst>
                  <a:ext uri="{0D108BD9-81ED-4DB2-BD59-A6C34878D82A}">
                    <a16:rowId xmlns:a16="http://schemas.microsoft.com/office/drawing/2014/main" val="1105359627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0.587785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02" marR="7502" marT="7502" marB="0" anchor="ctr"/>
                </a:tc>
                <a:extLst>
                  <a:ext uri="{0D108BD9-81ED-4DB2-BD59-A6C34878D82A}">
                    <a16:rowId xmlns:a16="http://schemas.microsoft.com/office/drawing/2014/main" val="652390172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0.809017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02" marR="7502" marT="7502" marB="0" anchor="ctr"/>
                </a:tc>
                <a:extLst>
                  <a:ext uri="{0D108BD9-81ED-4DB2-BD59-A6C34878D82A}">
                    <a16:rowId xmlns:a16="http://schemas.microsoft.com/office/drawing/2014/main" val="3303851604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0.951057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02" marR="7502" marT="7502" marB="0" anchor="ctr"/>
                </a:tc>
                <a:extLst>
                  <a:ext uri="{0D108BD9-81ED-4DB2-BD59-A6C34878D82A}">
                    <a16:rowId xmlns:a16="http://schemas.microsoft.com/office/drawing/2014/main" val="2738841533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02" marR="7502" marT="7502" marB="0" anchor="ctr"/>
                </a:tc>
                <a:extLst>
                  <a:ext uri="{0D108BD9-81ED-4DB2-BD59-A6C34878D82A}">
                    <a16:rowId xmlns:a16="http://schemas.microsoft.com/office/drawing/2014/main" val="4027170391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0.951057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02" marR="7502" marT="7502" marB="0" anchor="ctr"/>
                </a:tc>
                <a:extLst>
                  <a:ext uri="{0D108BD9-81ED-4DB2-BD59-A6C34878D82A}">
                    <a16:rowId xmlns:a16="http://schemas.microsoft.com/office/drawing/2014/main" val="395667744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0.809017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02" marR="7502" marT="7502" marB="0" anchor="ctr"/>
                </a:tc>
                <a:extLst>
                  <a:ext uri="{0D108BD9-81ED-4DB2-BD59-A6C34878D82A}">
                    <a16:rowId xmlns:a16="http://schemas.microsoft.com/office/drawing/2014/main" val="1058628928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0.587785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02" marR="7502" marT="7502" marB="0" anchor="ctr"/>
                </a:tc>
                <a:extLst>
                  <a:ext uri="{0D108BD9-81ED-4DB2-BD59-A6C34878D82A}">
                    <a16:rowId xmlns:a16="http://schemas.microsoft.com/office/drawing/2014/main" val="131280576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0.309017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02" marR="7502" marT="7502" marB="0" anchor="ctr"/>
                </a:tc>
                <a:extLst>
                  <a:ext uri="{0D108BD9-81ED-4DB2-BD59-A6C34878D82A}">
                    <a16:rowId xmlns:a16="http://schemas.microsoft.com/office/drawing/2014/main" val="2747352103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1.23E-16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02" marR="7502" marT="7502" marB="0" anchor="ctr"/>
                </a:tc>
                <a:extLst>
                  <a:ext uri="{0D108BD9-81ED-4DB2-BD59-A6C34878D82A}">
                    <a16:rowId xmlns:a16="http://schemas.microsoft.com/office/drawing/2014/main" val="1577721601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-0.30902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02" marR="7502" marT="7502" marB="0" anchor="ctr"/>
                </a:tc>
                <a:extLst>
                  <a:ext uri="{0D108BD9-81ED-4DB2-BD59-A6C34878D82A}">
                    <a16:rowId xmlns:a16="http://schemas.microsoft.com/office/drawing/2014/main" val="898842121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-0.58779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02" marR="7502" marT="7502" marB="0" anchor="ctr"/>
                </a:tc>
                <a:extLst>
                  <a:ext uri="{0D108BD9-81ED-4DB2-BD59-A6C34878D82A}">
                    <a16:rowId xmlns:a16="http://schemas.microsoft.com/office/drawing/2014/main" val="1839451347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-0.80902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02" marR="7502" marT="7502" marB="0" anchor="ctr"/>
                </a:tc>
                <a:extLst>
                  <a:ext uri="{0D108BD9-81ED-4DB2-BD59-A6C34878D82A}">
                    <a16:rowId xmlns:a16="http://schemas.microsoft.com/office/drawing/2014/main" val="1007552486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-0.95106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02" marR="7502" marT="7502" marB="0" anchor="ctr"/>
                </a:tc>
                <a:extLst>
                  <a:ext uri="{0D108BD9-81ED-4DB2-BD59-A6C34878D82A}">
                    <a16:rowId xmlns:a16="http://schemas.microsoft.com/office/drawing/2014/main" val="834407525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-1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02" marR="7502" marT="7502" marB="0" anchor="ctr"/>
                </a:tc>
                <a:extLst>
                  <a:ext uri="{0D108BD9-81ED-4DB2-BD59-A6C34878D82A}">
                    <a16:rowId xmlns:a16="http://schemas.microsoft.com/office/drawing/2014/main" val="1682879869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-0.95106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02" marR="7502" marT="7502" marB="0" anchor="ctr"/>
                </a:tc>
                <a:extLst>
                  <a:ext uri="{0D108BD9-81ED-4DB2-BD59-A6C34878D82A}">
                    <a16:rowId xmlns:a16="http://schemas.microsoft.com/office/drawing/2014/main" val="1471578161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-0.80902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02" marR="7502" marT="7502" marB="0" anchor="ctr"/>
                </a:tc>
                <a:extLst>
                  <a:ext uri="{0D108BD9-81ED-4DB2-BD59-A6C34878D82A}">
                    <a16:rowId xmlns:a16="http://schemas.microsoft.com/office/drawing/2014/main" val="478597782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-0.58779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02" marR="7502" marT="7502" marB="0" anchor="ctr"/>
                </a:tc>
                <a:extLst>
                  <a:ext uri="{0D108BD9-81ED-4DB2-BD59-A6C34878D82A}">
                    <a16:rowId xmlns:a16="http://schemas.microsoft.com/office/drawing/2014/main" val="3881037200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 dirty="0">
                          <a:effectLst/>
                        </a:rPr>
                        <a:t>-0.30902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02" marR="7502" marT="7502" marB="0" anchor="ctr"/>
                </a:tc>
                <a:extLst>
                  <a:ext uri="{0D108BD9-81ED-4DB2-BD59-A6C34878D82A}">
                    <a16:rowId xmlns:a16="http://schemas.microsoft.com/office/drawing/2014/main" val="2617702170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4005701F-6ED3-4F18-9EBC-1E01CA1B43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2882848"/>
              </p:ext>
            </p:extLst>
          </p:nvPr>
        </p:nvGraphicFramePr>
        <p:xfrm>
          <a:off x="9423940" y="1149690"/>
          <a:ext cx="662704" cy="43513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62704">
                  <a:extLst>
                    <a:ext uri="{9D8B030D-6E8A-4147-A177-3AD203B41FA5}">
                      <a16:colId xmlns:a16="http://schemas.microsoft.com/office/drawing/2014/main" val="2568326119"/>
                    </a:ext>
                  </a:extLst>
                </a:gridCol>
              </a:tblGrid>
              <a:tr h="21756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02" marR="7502" marT="7502" marB="0" anchor="ctr"/>
                </a:tc>
                <a:extLst>
                  <a:ext uri="{0D108BD9-81ED-4DB2-BD59-A6C34878D82A}">
                    <a16:rowId xmlns:a16="http://schemas.microsoft.com/office/drawing/2014/main" val="1597894035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0.951057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02" marR="7502" marT="7502" marB="0" anchor="ctr"/>
                </a:tc>
                <a:extLst>
                  <a:ext uri="{0D108BD9-81ED-4DB2-BD59-A6C34878D82A}">
                    <a16:rowId xmlns:a16="http://schemas.microsoft.com/office/drawing/2014/main" val="4290120584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0.809017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02" marR="7502" marT="7502" marB="0" anchor="ctr"/>
                </a:tc>
                <a:extLst>
                  <a:ext uri="{0D108BD9-81ED-4DB2-BD59-A6C34878D82A}">
                    <a16:rowId xmlns:a16="http://schemas.microsoft.com/office/drawing/2014/main" val="2109156164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0.587785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02" marR="7502" marT="7502" marB="0" anchor="ctr"/>
                </a:tc>
                <a:extLst>
                  <a:ext uri="{0D108BD9-81ED-4DB2-BD59-A6C34878D82A}">
                    <a16:rowId xmlns:a16="http://schemas.microsoft.com/office/drawing/2014/main" val="3977298122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0.309017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02" marR="7502" marT="7502" marB="0" anchor="ctr"/>
                </a:tc>
                <a:extLst>
                  <a:ext uri="{0D108BD9-81ED-4DB2-BD59-A6C34878D82A}">
                    <a16:rowId xmlns:a16="http://schemas.microsoft.com/office/drawing/2014/main" val="2884521494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6.13E-17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02" marR="7502" marT="7502" marB="0" anchor="ctr"/>
                </a:tc>
                <a:extLst>
                  <a:ext uri="{0D108BD9-81ED-4DB2-BD59-A6C34878D82A}">
                    <a16:rowId xmlns:a16="http://schemas.microsoft.com/office/drawing/2014/main" val="1117099349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-0.30902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02" marR="7502" marT="7502" marB="0" anchor="ctr"/>
                </a:tc>
                <a:extLst>
                  <a:ext uri="{0D108BD9-81ED-4DB2-BD59-A6C34878D82A}">
                    <a16:rowId xmlns:a16="http://schemas.microsoft.com/office/drawing/2014/main" val="545918903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-0.58779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02" marR="7502" marT="7502" marB="0" anchor="ctr"/>
                </a:tc>
                <a:extLst>
                  <a:ext uri="{0D108BD9-81ED-4DB2-BD59-A6C34878D82A}">
                    <a16:rowId xmlns:a16="http://schemas.microsoft.com/office/drawing/2014/main" val="806385039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-0.80902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02" marR="7502" marT="7502" marB="0" anchor="ctr"/>
                </a:tc>
                <a:extLst>
                  <a:ext uri="{0D108BD9-81ED-4DB2-BD59-A6C34878D82A}">
                    <a16:rowId xmlns:a16="http://schemas.microsoft.com/office/drawing/2014/main" val="2918012331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-0.95106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02" marR="7502" marT="7502" marB="0" anchor="ctr"/>
                </a:tc>
                <a:extLst>
                  <a:ext uri="{0D108BD9-81ED-4DB2-BD59-A6C34878D82A}">
                    <a16:rowId xmlns:a16="http://schemas.microsoft.com/office/drawing/2014/main" val="3033549486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-1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02" marR="7502" marT="7502" marB="0" anchor="ctr"/>
                </a:tc>
                <a:extLst>
                  <a:ext uri="{0D108BD9-81ED-4DB2-BD59-A6C34878D82A}">
                    <a16:rowId xmlns:a16="http://schemas.microsoft.com/office/drawing/2014/main" val="2866140756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-0.95106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02" marR="7502" marT="7502" marB="0" anchor="ctr"/>
                </a:tc>
                <a:extLst>
                  <a:ext uri="{0D108BD9-81ED-4DB2-BD59-A6C34878D82A}">
                    <a16:rowId xmlns:a16="http://schemas.microsoft.com/office/drawing/2014/main" val="1460940493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-0.80902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02" marR="7502" marT="7502" marB="0" anchor="ctr"/>
                </a:tc>
                <a:extLst>
                  <a:ext uri="{0D108BD9-81ED-4DB2-BD59-A6C34878D82A}">
                    <a16:rowId xmlns:a16="http://schemas.microsoft.com/office/drawing/2014/main" val="2307325277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-0.58779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02" marR="7502" marT="7502" marB="0" anchor="ctr"/>
                </a:tc>
                <a:extLst>
                  <a:ext uri="{0D108BD9-81ED-4DB2-BD59-A6C34878D82A}">
                    <a16:rowId xmlns:a16="http://schemas.microsoft.com/office/drawing/2014/main" val="2884019319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-0.30902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02" marR="7502" marT="7502" marB="0" anchor="ctr"/>
                </a:tc>
                <a:extLst>
                  <a:ext uri="{0D108BD9-81ED-4DB2-BD59-A6C34878D82A}">
                    <a16:rowId xmlns:a16="http://schemas.microsoft.com/office/drawing/2014/main" val="4050392873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-1.8E-16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02" marR="7502" marT="7502" marB="0" anchor="ctr"/>
                </a:tc>
                <a:extLst>
                  <a:ext uri="{0D108BD9-81ED-4DB2-BD59-A6C34878D82A}">
                    <a16:rowId xmlns:a16="http://schemas.microsoft.com/office/drawing/2014/main" val="1873324052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0.309017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02" marR="7502" marT="7502" marB="0" anchor="ctr"/>
                </a:tc>
                <a:extLst>
                  <a:ext uri="{0D108BD9-81ED-4DB2-BD59-A6C34878D82A}">
                    <a16:rowId xmlns:a16="http://schemas.microsoft.com/office/drawing/2014/main" val="959614844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0.587785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02" marR="7502" marT="7502" marB="0" anchor="ctr"/>
                </a:tc>
                <a:extLst>
                  <a:ext uri="{0D108BD9-81ED-4DB2-BD59-A6C34878D82A}">
                    <a16:rowId xmlns:a16="http://schemas.microsoft.com/office/drawing/2014/main" val="3004395211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0.809017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02" marR="7502" marT="7502" marB="0" anchor="ctr"/>
                </a:tc>
                <a:extLst>
                  <a:ext uri="{0D108BD9-81ED-4DB2-BD59-A6C34878D82A}">
                    <a16:rowId xmlns:a16="http://schemas.microsoft.com/office/drawing/2014/main" val="1797618945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 dirty="0">
                          <a:effectLst/>
                        </a:rPr>
                        <a:t>0.951057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02" marR="7502" marT="7502" marB="0" anchor="ctr"/>
                </a:tc>
                <a:extLst>
                  <a:ext uri="{0D108BD9-81ED-4DB2-BD59-A6C34878D82A}">
                    <a16:rowId xmlns:a16="http://schemas.microsoft.com/office/drawing/2014/main" val="764723260"/>
                  </a:ext>
                </a:extLst>
              </a:tr>
            </a:tbl>
          </a:graphicData>
        </a:graphic>
      </p:graphicFrame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985A43A7-9B0E-4D51-99D8-7136196F6F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8300085"/>
              </p:ext>
            </p:extLst>
          </p:nvPr>
        </p:nvGraphicFramePr>
        <p:xfrm>
          <a:off x="8378118" y="1149690"/>
          <a:ext cx="662704" cy="43513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62704">
                  <a:extLst>
                    <a:ext uri="{9D8B030D-6E8A-4147-A177-3AD203B41FA5}">
                      <a16:colId xmlns:a16="http://schemas.microsoft.com/office/drawing/2014/main" val="3458613542"/>
                    </a:ext>
                  </a:extLst>
                </a:gridCol>
              </a:tblGrid>
              <a:tr h="21756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 dirty="0">
                          <a:effectLst/>
                        </a:rPr>
                        <a:t>-1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02" marR="7502" marT="7502" marB="0" anchor="ctr"/>
                </a:tc>
                <a:extLst>
                  <a:ext uri="{0D108BD9-81ED-4DB2-BD59-A6C34878D82A}">
                    <a16:rowId xmlns:a16="http://schemas.microsoft.com/office/drawing/2014/main" val="1408007020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-0.64204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02" marR="7502" marT="7502" marB="0" anchor="ctr"/>
                </a:tc>
                <a:extLst>
                  <a:ext uri="{0D108BD9-81ED-4DB2-BD59-A6C34878D82A}">
                    <a16:rowId xmlns:a16="http://schemas.microsoft.com/office/drawing/2014/main" val="3254088940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-0.22123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02" marR="7502" marT="7502" marB="0" anchor="ctr"/>
                </a:tc>
                <a:extLst>
                  <a:ext uri="{0D108BD9-81ED-4DB2-BD59-A6C34878D82A}">
                    <a16:rowId xmlns:a16="http://schemas.microsoft.com/office/drawing/2014/main" val="2533403277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0.221232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02" marR="7502" marT="7502" marB="0" anchor="ctr"/>
                </a:tc>
                <a:extLst>
                  <a:ext uri="{0D108BD9-81ED-4DB2-BD59-A6C34878D82A}">
                    <a16:rowId xmlns:a16="http://schemas.microsoft.com/office/drawing/2014/main" val="1036559311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0.64204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02" marR="7502" marT="7502" marB="0" anchor="ctr"/>
                </a:tc>
                <a:extLst>
                  <a:ext uri="{0D108BD9-81ED-4DB2-BD59-A6C34878D82A}">
                    <a16:rowId xmlns:a16="http://schemas.microsoft.com/office/drawing/2014/main" val="3483975348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02" marR="7502" marT="7502" marB="0" anchor="ctr"/>
                </a:tc>
                <a:extLst>
                  <a:ext uri="{0D108BD9-81ED-4DB2-BD59-A6C34878D82A}">
                    <a16:rowId xmlns:a16="http://schemas.microsoft.com/office/drawing/2014/main" val="87997788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1.260074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02" marR="7502" marT="7502" marB="0" anchor="ctr"/>
                </a:tc>
                <a:extLst>
                  <a:ext uri="{0D108BD9-81ED-4DB2-BD59-A6C34878D82A}">
                    <a16:rowId xmlns:a16="http://schemas.microsoft.com/office/drawing/2014/main" val="4110145919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1.396802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02" marR="7502" marT="7502" marB="0" anchor="ctr"/>
                </a:tc>
                <a:extLst>
                  <a:ext uri="{0D108BD9-81ED-4DB2-BD59-A6C34878D82A}">
                    <a16:rowId xmlns:a16="http://schemas.microsoft.com/office/drawing/2014/main" val="3851261526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1.396802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02" marR="7502" marT="7502" marB="0" anchor="ctr"/>
                </a:tc>
                <a:extLst>
                  <a:ext uri="{0D108BD9-81ED-4DB2-BD59-A6C34878D82A}">
                    <a16:rowId xmlns:a16="http://schemas.microsoft.com/office/drawing/2014/main" val="2961750207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1.260074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02" marR="7502" marT="7502" marB="0" anchor="ctr"/>
                </a:tc>
                <a:extLst>
                  <a:ext uri="{0D108BD9-81ED-4DB2-BD59-A6C34878D82A}">
                    <a16:rowId xmlns:a16="http://schemas.microsoft.com/office/drawing/2014/main" val="3294636361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02" marR="7502" marT="7502" marB="0" anchor="ctr"/>
                </a:tc>
                <a:extLst>
                  <a:ext uri="{0D108BD9-81ED-4DB2-BD59-A6C34878D82A}">
                    <a16:rowId xmlns:a16="http://schemas.microsoft.com/office/drawing/2014/main" val="764847522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0.64204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02" marR="7502" marT="7502" marB="0" anchor="ctr"/>
                </a:tc>
                <a:extLst>
                  <a:ext uri="{0D108BD9-81ED-4DB2-BD59-A6C34878D82A}">
                    <a16:rowId xmlns:a16="http://schemas.microsoft.com/office/drawing/2014/main" val="2992645294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0.221232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02" marR="7502" marT="7502" marB="0" anchor="ctr"/>
                </a:tc>
                <a:extLst>
                  <a:ext uri="{0D108BD9-81ED-4DB2-BD59-A6C34878D82A}">
                    <a16:rowId xmlns:a16="http://schemas.microsoft.com/office/drawing/2014/main" val="1436521201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-0.22123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02" marR="7502" marT="7502" marB="0" anchor="ctr"/>
                </a:tc>
                <a:extLst>
                  <a:ext uri="{0D108BD9-81ED-4DB2-BD59-A6C34878D82A}">
                    <a16:rowId xmlns:a16="http://schemas.microsoft.com/office/drawing/2014/main" val="665921850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-0.64204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02" marR="7502" marT="7502" marB="0" anchor="ctr"/>
                </a:tc>
                <a:extLst>
                  <a:ext uri="{0D108BD9-81ED-4DB2-BD59-A6C34878D82A}">
                    <a16:rowId xmlns:a16="http://schemas.microsoft.com/office/drawing/2014/main" val="4121754350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-1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02" marR="7502" marT="7502" marB="0" anchor="ctr"/>
                </a:tc>
                <a:extLst>
                  <a:ext uri="{0D108BD9-81ED-4DB2-BD59-A6C34878D82A}">
                    <a16:rowId xmlns:a16="http://schemas.microsoft.com/office/drawing/2014/main" val="2701904125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-1.26007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02" marR="7502" marT="7502" marB="0" anchor="ctr"/>
                </a:tc>
                <a:extLst>
                  <a:ext uri="{0D108BD9-81ED-4DB2-BD59-A6C34878D82A}">
                    <a16:rowId xmlns:a16="http://schemas.microsoft.com/office/drawing/2014/main" val="1760612683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-1.3968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02" marR="7502" marT="7502" marB="0" anchor="ctr"/>
                </a:tc>
                <a:extLst>
                  <a:ext uri="{0D108BD9-81ED-4DB2-BD59-A6C34878D82A}">
                    <a16:rowId xmlns:a16="http://schemas.microsoft.com/office/drawing/2014/main" val="2116994660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-1.3968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02" marR="7502" marT="7502" marB="0" anchor="ctr"/>
                </a:tc>
                <a:extLst>
                  <a:ext uri="{0D108BD9-81ED-4DB2-BD59-A6C34878D82A}">
                    <a16:rowId xmlns:a16="http://schemas.microsoft.com/office/drawing/2014/main" val="2371865802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 dirty="0">
                          <a:effectLst/>
                        </a:rPr>
                        <a:t>-1.26007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02" marR="7502" marT="7502" marB="0" anchor="ctr"/>
                </a:tc>
                <a:extLst>
                  <a:ext uri="{0D108BD9-81ED-4DB2-BD59-A6C34878D82A}">
                    <a16:rowId xmlns:a16="http://schemas.microsoft.com/office/drawing/2014/main" val="1929890399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29DF1B72-90D6-43F7-AE19-5A7B6A8006DF}"/>
              </a:ext>
            </a:extLst>
          </p:cNvPr>
          <p:cNvSpPr txBox="1"/>
          <p:nvPr/>
        </p:nvSpPr>
        <p:spPr>
          <a:xfrm>
            <a:off x="8075653" y="697468"/>
            <a:ext cx="19880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(-cos + sin) * cos</a:t>
            </a:r>
            <a:endParaRPr lang="ko-KR" altLang="en-US" dirty="0"/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411B17AA-9BCE-4FAE-963D-CC1EB1503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7016601"/>
              </p:ext>
            </p:extLst>
          </p:nvPr>
        </p:nvGraphicFramePr>
        <p:xfrm>
          <a:off x="5611045" y="1148063"/>
          <a:ext cx="662704" cy="43513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62704">
                  <a:extLst>
                    <a:ext uri="{9D8B030D-6E8A-4147-A177-3AD203B41FA5}">
                      <a16:colId xmlns:a16="http://schemas.microsoft.com/office/drawing/2014/main" val="4174435626"/>
                    </a:ext>
                  </a:extLst>
                </a:gridCol>
              </a:tblGrid>
              <a:tr h="21756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 dirty="0">
                          <a:effectLst/>
                        </a:rPr>
                        <a:t>0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02" marR="7502" marT="7502" marB="0" anchor="ctr"/>
                </a:tc>
                <a:extLst>
                  <a:ext uri="{0D108BD9-81ED-4DB2-BD59-A6C34878D82A}">
                    <a16:rowId xmlns:a16="http://schemas.microsoft.com/office/drawing/2014/main" val="2513227221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 dirty="0">
                          <a:effectLst/>
                        </a:rPr>
                        <a:t>-0.1984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02" marR="7502" marT="7502" marB="0" anchor="ctr"/>
                </a:tc>
                <a:extLst>
                  <a:ext uri="{0D108BD9-81ED-4DB2-BD59-A6C34878D82A}">
                    <a16:rowId xmlns:a16="http://schemas.microsoft.com/office/drawing/2014/main" val="4069010129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 dirty="0">
                          <a:effectLst/>
                        </a:rPr>
                        <a:t>-0.13004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02" marR="7502" marT="7502" marB="0" anchor="ctr"/>
                </a:tc>
                <a:extLst>
                  <a:ext uri="{0D108BD9-81ED-4DB2-BD59-A6C34878D82A}">
                    <a16:rowId xmlns:a16="http://schemas.microsoft.com/office/drawing/2014/main" val="245416380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0.17898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02" marR="7502" marT="7502" marB="0" anchor="ctr"/>
                </a:tc>
                <a:extLst>
                  <a:ext uri="{0D108BD9-81ED-4DB2-BD59-A6C34878D82A}">
                    <a16:rowId xmlns:a16="http://schemas.microsoft.com/office/drawing/2014/main" val="2800946901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0.610616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02" marR="7502" marT="7502" marB="0" anchor="ctr"/>
                </a:tc>
                <a:extLst>
                  <a:ext uri="{0D108BD9-81ED-4DB2-BD59-A6C34878D82A}">
                    <a16:rowId xmlns:a16="http://schemas.microsoft.com/office/drawing/2014/main" val="4104914792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02" marR="7502" marT="7502" marB="0" anchor="ctr"/>
                </a:tc>
                <a:extLst>
                  <a:ext uri="{0D108BD9-81ED-4DB2-BD59-A6C34878D82A}">
                    <a16:rowId xmlns:a16="http://schemas.microsoft.com/office/drawing/2014/main" val="1956937372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 dirty="0">
                          <a:effectLst/>
                        </a:rPr>
                        <a:t>1.198401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02" marR="7502" marT="7502" marB="0" anchor="ctr"/>
                </a:tc>
                <a:extLst>
                  <a:ext uri="{0D108BD9-81ED-4DB2-BD59-A6C34878D82A}">
                    <a16:rowId xmlns:a16="http://schemas.microsoft.com/office/drawing/2014/main" val="1113853744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 dirty="0">
                          <a:effectLst/>
                        </a:rPr>
                        <a:t>1.130037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02" marR="7502" marT="7502" marB="0" anchor="ctr"/>
                </a:tc>
                <a:extLst>
                  <a:ext uri="{0D108BD9-81ED-4DB2-BD59-A6C34878D82A}">
                    <a16:rowId xmlns:a16="http://schemas.microsoft.com/office/drawing/2014/main" val="2587634804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0.82102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02" marR="7502" marT="7502" marB="0" anchor="ctr"/>
                </a:tc>
                <a:extLst>
                  <a:ext uri="{0D108BD9-81ED-4DB2-BD59-A6C34878D82A}">
                    <a16:rowId xmlns:a16="http://schemas.microsoft.com/office/drawing/2014/main" val="906650392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0.389384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02" marR="7502" marT="7502" marB="0" anchor="ctr"/>
                </a:tc>
                <a:extLst>
                  <a:ext uri="{0D108BD9-81ED-4DB2-BD59-A6C34878D82A}">
                    <a16:rowId xmlns:a16="http://schemas.microsoft.com/office/drawing/2014/main" val="2488175175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 dirty="0">
                          <a:effectLst/>
                        </a:rPr>
                        <a:t>1.23E-16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02" marR="7502" marT="7502" marB="0" anchor="ctr"/>
                </a:tc>
                <a:extLst>
                  <a:ext uri="{0D108BD9-81ED-4DB2-BD59-A6C34878D82A}">
                    <a16:rowId xmlns:a16="http://schemas.microsoft.com/office/drawing/2014/main" val="3660305903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 dirty="0">
                          <a:effectLst/>
                        </a:rPr>
                        <a:t>-0.1984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02" marR="7502" marT="7502" marB="0" anchor="ctr"/>
                </a:tc>
                <a:extLst>
                  <a:ext uri="{0D108BD9-81ED-4DB2-BD59-A6C34878D82A}">
                    <a16:rowId xmlns:a16="http://schemas.microsoft.com/office/drawing/2014/main" val="2374825882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-0.13004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02" marR="7502" marT="7502" marB="0" anchor="ctr"/>
                </a:tc>
                <a:extLst>
                  <a:ext uri="{0D108BD9-81ED-4DB2-BD59-A6C34878D82A}">
                    <a16:rowId xmlns:a16="http://schemas.microsoft.com/office/drawing/2014/main" val="1675037036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 dirty="0">
                          <a:effectLst/>
                        </a:rPr>
                        <a:t>0.17898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02" marR="7502" marT="7502" marB="0" anchor="ctr"/>
                </a:tc>
                <a:extLst>
                  <a:ext uri="{0D108BD9-81ED-4DB2-BD59-A6C34878D82A}">
                    <a16:rowId xmlns:a16="http://schemas.microsoft.com/office/drawing/2014/main" val="3453097299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0.610616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02" marR="7502" marT="7502" marB="0" anchor="ctr"/>
                </a:tc>
                <a:extLst>
                  <a:ext uri="{0D108BD9-81ED-4DB2-BD59-A6C34878D82A}">
                    <a16:rowId xmlns:a16="http://schemas.microsoft.com/office/drawing/2014/main" val="1905301282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 dirty="0">
                          <a:effectLst/>
                        </a:rPr>
                        <a:t>1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02" marR="7502" marT="7502" marB="0" anchor="ctr"/>
                </a:tc>
                <a:extLst>
                  <a:ext uri="{0D108BD9-81ED-4DB2-BD59-A6C34878D82A}">
                    <a16:rowId xmlns:a16="http://schemas.microsoft.com/office/drawing/2014/main" val="3093984638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 dirty="0">
                          <a:effectLst/>
                        </a:rPr>
                        <a:t>1.198401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02" marR="7502" marT="7502" marB="0" anchor="ctr"/>
                </a:tc>
                <a:extLst>
                  <a:ext uri="{0D108BD9-81ED-4DB2-BD59-A6C34878D82A}">
                    <a16:rowId xmlns:a16="http://schemas.microsoft.com/office/drawing/2014/main" val="4210841043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 dirty="0">
                          <a:effectLst/>
                        </a:rPr>
                        <a:t>1.130037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02" marR="7502" marT="7502" marB="0" anchor="ctr"/>
                </a:tc>
                <a:extLst>
                  <a:ext uri="{0D108BD9-81ED-4DB2-BD59-A6C34878D82A}">
                    <a16:rowId xmlns:a16="http://schemas.microsoft.com/office/drawing/2014/main" val="3799887461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 dirty="0">
                          <a:effectLst/>
                        </a:rPr>
                        <a:t>0.82102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02" marR="7502" marT="7502" marB="0" anchor="ctr"/>
                </a:tc>
                <a:extLst>
                  <a:ext uri="{0D108BD9-81ED-4DB2-BD59-A6C34878D82A}">
                    <a16:rowId xmlns:a16="http://schemas.microsoft.com/office/drawing/2014/main" val="4179366499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 dirty="0">
                          <a:effectLst/>
                        </a:rPr>
                        <a:t>0.389384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02" marR="7502" marT="7502" marB="0" anchor="ctr"/>
                </a:tc>
                <a:extLst>
                  <a:ext uri="{0D108BD9-81ED-4DB2-BD59-A6C34878D82A}">
                    <a16:rowId xmlns:a16="http://schemas.microsoft.com/office/drawing/2014/main" val="4243891950"/>
                  </a:ext>
                </a:extLst>
              </a:tr>
            </a:tbl>
          </a:graphicData>
        </a:graphic>
      </p:graphicFrame>
      <p:sp>
        <p:nvSpPr>
          <p:cNvPr id="17" name="같음 기호 16">
            <a:extLst>
              <a:ext uri="{FF2B5EF4-FFF2-40B4-BE49-F238E27FC236}">
                <a16:creationId xmlns:a16="http://schemas.microsoft.com/office/drawing/2014/main" id="{DC72EC70-EEAD-4394-BCEE-3E7FF816558F}"/>
              </a:ext>
            </a:extLst>
          </p:cNvPr>
          <p:cNvSpPr/>
          <p:nvPr/>
        </p:nvSpPr>
        <p:spPr>
          <a:xfrm>
            <a:off x="5145345" y="3000015"/>
            <a:ext cx="415213" cy="517237"/>
          </a:xfrm>
          <a:prstGeom prst="math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8" name="곱하기 기호 17">
            <a:extLst>
              <a:ext uri="{FF2B5EF4-FFF2-40B4-BE49-F238E27FC236}">
                <a16:creationId xmlns:a16="http://schemas.microsoft.com/office/drawing/2014/main" id="{D4FF1D02-B120-4BBD-B48D-C23B4F72B494}"/>
              </a:ext>
            </a:extLst>
          </p:cNvPr>
          <p:cNvSpPr/>
          <p:nvPr/>
        </p:nvSpPr>
        <p:spPr>
          <a:xfrm>
            <a:off x="3992097" y="3000015"/>
            <a:ext cx="496997" cy="517237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같음 기호 18">
            <a:extLst>
              <a:ext uri="{FF2B5EF4-FFF2-40B4-BE49-F238E27FC236}">
                <a16:creationId xmlns:a16="http://schemas.microsoft.com/office/drawing/2014/main" id="{97BC6EDA-5486-484A-8BE7-54D605607B62}"/>
              </a:ext>
            </a:extLst>
          </p:cNvPr>
          <p:cNvSpPr/>
          <p:nvPr/>
        </p:nvSpPr>
        <p:spPr>
          <a:xfrm>
            <a:off x="10123175" y="2999778"/>
            <a:ext cx="415213" cy="517237"/>
          </a:xfrm>
          <a:prstGeom prst="math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0" name="곱하기 기호 19">
            <a:extLst>
              <a:ext uri="{FF2B5EF4-FFF2-40B4-BE49-F238E27FC236}">
                <a16:creationId xmlns:a16="http://schemas.microsoft.com/office/drawing/2014/main" id="{B2903E2F-316F-48DF-B431-AF99F79FA6F1}"/>
              </a:ext>
            </a:extLst>
          </p:cNvPr>
          <p:cNvSpPr/>
          <p:nvPr/>
        </p:nvSpPr>
        <p:spPr>
          <a:xfrm>
            <a:off x="8969927" y="2999778"/>
            <a:ext cx="496997" cy="517237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EBE1B9AC-8AB2-4646-B506-66D37F85D7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4319673"/>
              </p:ext>
            </p:extLst>
          </p:nvPr>
        </p:nvGraphicFramePr>
        <p:xfrm>
          <a:off x="10574919" y="1147826"/>
          <a:ext cx="662704" cy="43513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62704">
                  <a:extLst>
                    <a:ext uri="{9D8B030D-6E8A-4147-A177-3AD203B41FA5}">
                      <a16:colId xmlns:a16="http://schemas.microsoft.com/office/drawing/2014/main" val="4284803216"/>
                    </a:ext>
                  </a:extLst>
                </a:gridCol>
              </a:tblGrid>
              <a:tr h="21756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-1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02" marR="7502" marT="7502" marB="0" anchor="ctr"/>
                </a:tc>
                <a:extLst>
                  <a:ext uri="{0D108BD9-81ED-4DB2-BD59-A6C34878D82A}">
                    <a16:rowId xmlns:a16="http://schemas.microsoft.com/office/drawing/2014/main" val="868549009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-0.61062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02" marR="7502" marT="7502" marB="0" anchor="ctr"/>
                </a:tc>
                <a:extLst>
                  <a:ext uri="{0D108BD9-81ED-4DB2-BD59-A6C34878D82A}">
                    <a16:rowId xmlns:a16="http://schemas.microsoft.com/office/drawing/2014/main" val="2316883693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-0.17898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02" marR="7502" marT="7502" marB="0" anchor="ctr"/>
                </a:tc>
                <a:extLst>
                  <a:ext uri="{0D108BD9-81ED-4DB2-BD59-A6C34878D82A}">
                    <a16:rowId xmlns:a16="http://schemas.microsoft.com/office/drawing/2014/main" val="4273101727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0.130037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02" marR="7502" marT="7502" marB="0" anchor="ctr"/>
                </a:tc>
                <a:extLst>
                  <a:ext uri="{0D108BD9-81ED-4DB2-BD59-A6C34878D82A}">
                    <a16:rowId xmlns:a16="http://schemas.microsoft.com/office/drawing/2014/main" val="3173915462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0.198401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02" marR="7502" marT="7502" marB="0" anchor="ctr"/>
                </a:tc>
                <a:extLst>
                  <a:ext uri="{0D108BD9-81ED-4DB2-BD59-A6C34878D82A}">
                    <a16:rowId xmlns:a16="http://schemas.microsoft.com/office/drawing/2014/main" val="841328184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6.13E-17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02" marR="7502" marT="7502" marB="0" anchor="ctr"/>
                </a:tc>
                <a:extLst>
                  <a:ext uri="{0D108BD9-81ED-4DB2-BD59-A6C34878D82A}">
                    <a16:rowId xmlns:a16="http://schemas.microsoft.com/office/drawing/2014/main" val="123007473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-0.38938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02" marR="7502" marT="7502" marB="0" anchor="ctr"/>
                </a:tc>
                <a:extLst>
                  <a:ext uri="{0D108BD9-81ED-4DB2-BD59-A6C34878D82A}">
                    <a16:rowId xmlns:a16="http://schemas.microsoft.com/office/drawing/2014/main" val="3074699076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-0.82102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02" marR="7502" marT="7502" marB="0" anchor="ctr"/>
                </a:tc>
                <a:extLst>
                  <a:ext uri="{0D108BD9-81ED-4DB2-BD59-A6C34878D82A}">
                    <a16:rowId xmlns:a16="http://schemas.microsoft.com/office/drawing/2014/main" val="4162224062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-1.13004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02" marR="7502" marT="7502" marB="0" anchor="ctr"/>
                </a:tc>
                <a:extLst>
                  <a:ext uri="{0D108BD9-81ED-4DB2-BD59-A6C34878D82A}">
                    <a16:rowId xmlns:a16="http://schemas.microsoft.com/office/drawing/2014/main" val="3756958669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-1.1984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02" marR="7502" marT="7502" marB="0" anchor="ctr"/>
                </a:tc>
                <a:extLst>
                  <a:ext uri="{0D108BD9-81ED-4DB2-BD59-A6C34878D82A}">
                    <a16:rowId xmlns:a16="http://schemas.microsoft.com/office/drawing/2014/main" val="77717459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-1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02" marR="7502" marT="7502" marB="0" anchor="ctr"/>
                </a:tc>
                <a:extLst>
                  <a:ext uri="{0D108BD9-81ED-4DB2-BD59-A6C34878D82A}">
                    <a16:rowId xmlns:a16="http://schemas.microsoft.com/office/drawing/2014/main" val="1858961535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-0.61062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02" marR="7502" marT="7502" marB="0" anchor="ctr"/>
                </a:tc>
                <a:extLst>
                  <a:ext uri="{0D108BD9-81ED-4DB2-BD59-A6C34878D82A}">
                    <a16:rowId xmlns:a16="http://schemas.microsoft.com/office/drawing/2014/main" val="2964639423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-0.17898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02" marR="7502" marT="7502" marB="0" anchor="ctr"/>
                </a:tc>
                <a:extLst>
                  <a:ext uri="{0D108BD9-81ED-4DB2-BD59-A6C34878D82A}">
                    <a16:rowId xmlns:a16="http://schemas.microsoft.com/office/drawing/2014/main" val="4174084584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0.130037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02" marR="7502" marT="7502" marB="0" anchor="ctr"/>
                </a:tc>
                <a:extLst>
                  <a:ext uri="{0D108BD9-81ED-4DB2-BD59-A6C34878D82A}">
                    <a16:rowId xmlns:a16="http://schemas.microsoft.com/office/drawing/2014/main" val="25095384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0.198401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02" marR="7502" marT="7502" marB="0" anchor="ctr"/>
                </a:tc>
                <a:extLst>
                  <a:ext uri="{0D108BD9-81ED-4DB2-BD59-A6C34878D82A}">
                    <a16:rowId xmlns:a16="http://schemas.microsoft.com/office/drawing/2014/main" val="1417235911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1.84E-16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02" marR="7502" marT="7502" marB="0" anchor="ctr"/>
                </a:tc>
                <a:extLst>
                  <a:ext uri="{0D108BD9-81ED-4DB2-BD59-A6C34878D82A}">
                    <a16:rowId xmlns:a16="http://schemas.microsoft.com/office/drawing/2014/main" val="2781964809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-0.38938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02" marR="7502" marT="7502" marB="0" anchor="ctr"/>
                </a:tc>
                <a:extLst>
                  <a:ext uri="{0D108BD9-81ED-4DB2-BD59-A6C34878D82A}">
                    <a16:rowId xmlns:a16="http://schemas.microsoft.com/office/drawing/2014/main" val="1244193600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-0.82102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02" marR="7502" marT="7502" marB="0" anchor="ctr"/>
                </a:tc>
                <a:extLst>
                  <a:ext uri="{0D108BD9-81ED-4DB2-BD59-A6C34878D82A}">
                    <a16:rowId xmlns:a16="http://schemas.microsoft.com/office/drawing/2014/main" val="2504037260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-1.13004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02" marR="7502" marT="7502" marB="0" anchor="ctr"/>
                </a:tc>
                <a:extLst>
                  <a:ext uri="{0D108BD9-81ED-4DB2-BD59-A6C34878D82A}">
                    <a16:rowId xmlns:a16="http://schemas.microsoft.com/office/drawing/2014/main" val="181612130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 dirty="0">
                          <a:effectLst/>
                        </a:rPr>
                        <a:t>-1.1984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02" marR="7502" marT="7502" marB="0" anchor="ctr"/>
                </a:tc>
                <a:extLst>
                  <a:ext uri="{0D108BD9-81ED-4DB2-BD59-A6C34878D82A}">
                    <a16:rowId xmlns:a16="http://schemas.microsoft.com/office/drawing/2014/main" val="3547646558"/>
                  </a:ext>
                </a:extLst>
              </a:tr>
            </a:tbl>
          </a:graphicData>
        </a:graphic>
      </p:graphicFrame>
      <p:sp>
        <p:nvSpPr>
          <p:cNvPr id="24" name="화살표: 오른쪽 23">
            <a:extLst>
              <a:ext uri="{FF2B5EF4-FFF2-40B4-BE49-F238E27FC236}">
                <a16:creationId xmlns:a16="http://schemas.microsoft.com/office/drawing/2014/main" id="{C9A739E9-8FAE-4425-94F9-EDC9F2318C4C}"/>
              </a:ext>
            </a:extLst>
          </p:cNvPr>
          <p:cNvSpPr/>
          <p:nvPr/>
        </p:nvSpPr>
        <p:spPr>
          <a:xfrm>
            <a:off x="6381272" y="3073730"/>
            <a:ext cx="298503" cy="3693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화살표: 오른쪽 24">
            <a:extLst>
              <a:ext uri="{FF2B5EF4-FFF2-40B4-BE49-F238E27FC236}">
                <a16:creationId xmlns:a16="http://schemas.microsoft.com/office/drawing/2014/main" id="{253522DA-04CD-443F-BBB1-A3C462527434}"/>
              </a:ext>
            </a:extLst>
          </p:cNvPr>
          <p:cNvSpPr/>
          <p:nvPr/>
        </p:nvSpPr>
        <p:spPr>
          <a:xfrm>
            <a:off x="11415405" y="3073730"/>
            <a:ext cx="298503" cy="3693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A8F1A21-41EC-4A0A-AA47-B8633A4B557C}"/>
              </a:ext>
            </a:extLst>
          </p:cNvPr>
          <p:cNvSpPr txBox="1"/>
          <p:nvPr/>
        </p:nvSpPr>
        <p:spPr>
          <a:xfrm>
            <a:off x="6731541" y="3073730"/>
            <a:ext cx="662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10</a:t>
            </a:r>
            <a:endParaRPr lang="ko-KR" alt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FB8A845-B74F-478C-9BA5-72375D9E2AC2}"/>
              </a:ext>
            </a:extLst>
          </p:cNvPr>
          <p:cNvSpPr txBox="1"/>
          <p:nvPr/>
        </p:nvSpPr>
        <p:spPr>
          <a:xfrm>
            <a:off x="11712827" y="3073730"/>
            <a:ext cx="611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-10</a:t>
            </a:r>
            <a:endParaRPr lang="ko-KR" alt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39A1E85-A0B9-4A2B-947F-20BFCEC46051}"/>
              </a:ext>
            </a:extLst>
          </p:cNvPr>
          <p:cNvSpPr txBox="1"/>
          <p:nvPr/>
        </p:nvSpPr>
        <p:spPr>
          <a:xfrm>
            <a:off x="3370941" y="5910208"/>
            <a:ext cx="83231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</a:rPr>
              <a:t>처음에 </a:t>
            </a:r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</a:rPr>
              <a:t>sin, cos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</a:rPr>
              <a:t>함수에 </a:t>
            </a:r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</a:rPr>
              <a:t>A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</a:rPr>
              <a:t>를 곱하고 시작했어야 하는데</a:t>
            </a:r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</a:rPr>
              <a:t>, 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</a:rPr>
              <a:t>그 과정을 빼먹어서 </a:t>
            </a:r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</a:rPr>
              <a:t>1, -1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</a:rPr>
              <a:t>대신 </a:t>
            </a:r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</a:rPr>
              <a:t>10, -10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</a:rPr>
              <a:t>이 나옴</a:t>
            </a:r>
            <a:endParaRPr lang="en-US" altLang="ko-KR" sz="1400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</a:rPr>
              <a:t>어쨌든 위 과정으로 </a:t>
            </a:r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</a:rPr>
              <a:t>sin cos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</a:rPr>
              <a:t>앞 계수가 </a:t>
            </a:r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</a:rPr>
              <a:t>+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</a:rPr>
              <a:t>인지 </a:t>
            </a:r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</a:rPr>
              <a:t>–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</a:rPr>
              <a:t>인지 판별할 수 있고</a:t>
            </a:r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</a:rPr>
              <a:t>, 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</a:rPr>
              <a:t>판별해서 </a:t>
            </a:r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</a:rPr>
              <a:t>2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</a:rPr>
              <a:t>비트를 복원할 수 있음 </a:t>
            </a:r>
          </a:p>
        </p:txBody>
      </p:sp>
    </p:spTree>
    <p:extLst>
      <p:ext uri="{BB962C8B-B14F-4D97-AF65-F5344CB8AC3E}">
        <p14:creationId xmlns:p14="http://schemas.microsoft.com/office/powerpoint/2010/main" val="38311044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C06A418-5339-444D-AC95-F235B977CB9C}"/>
              </a:ext>
            </a:extLst>
          </p:cNvPr>
          <p:cNvSpPr txBox="1"/>
          <p:nvPr/>
        </p:nvSpPr>
        <p:spPr>
          <a:xfrm>
            <a:off x="115836" y="157316"/>
            <a:ext cx="777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Noise</a:t>
            </a:r>
          </a:p>
        </p:txBody>
      </p:sp>
      <p:graphicFrame>
        <p:nvGraphicFramePr>
          <p:cNvPr id="3" name="차트 2">
            <a:extLst>
              <a:ext uri="{FF2B5EF4-FFF2-40B4-BE49-F238E27FC236}">
                <a16:creationId xmlns:a16="http://schemas.microsoft.com/office/drawing/2014/main" id="{BD1E4CD0-511F-471D-BF4F-BB0056DA768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63638721"/>
              </p:ext>
            </p:extLst>
          </p:nvPr>
        </p:nvGraphicFramePr>
        <p:xfrm>
          <a:off x="286328" y="714753"/>
          <a:ext cx="3046551" cy="19845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차트 4">
            <a:extLst>
              <a:ext uri="{FF2B5EF4-FFF2-40B4-BE49-F238E27FC236}">
                <a16:creationId xmlns:a16="http://schemas.microsoft.com/office/drawing/2014/main" id="{9C969877-8C6A-458B-9199-2EDA5E18BBC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88334207"/>
              </p:ext>
            </p:extLst>
          </p:nvPr>
        </p:nvGraphicFramePr>
        <p:xfrm>
          <a:off x="3600735" y="714753"/>
          <a:ext cx="3306617" cy="19839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5EC8732-FF0D-4756-ABDB-82C4CD1FF5C2}"/>
              </a:ext>
            </a:extLst>
          </p:cNvPr>
          <p:cNvSpPr txBox="1"/>
          <p:nvPr/>
        </p:nvSpPr>
        <p:spPr>
          <a:xfrm>
            <a:off x="286328" y="2887432"/>
            <a:ext cx="109006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전 슬라이드와 똑같이 </a:t>
            </a:r>
            <a:r>
              <a:rPr lang="en-US" altLang="ko-KR" dirty="0"/>
              <a:t>Demodulation</a:t>
            </a:r>
            <a:r>
              <a:rPr lang="ko-KR" altLang="en-US" dirty="0"/>
              <a:t>하면</a:t>
            </a:r>
            <a:r>
              <a:rPr lang="en-US" altLang="ko-KR" dirty="0"/>
              <a:t>, -9.6, 7.3</a:t>
            </a:r>
            <a:r>
              <a:rPr lang="ko-KR" altLang="en-US" dirty="0"/>
              <a:t>이 나오고</a:t>
            </a:r>
            <a:r>
              <a:rPr lang="en-US" altLang="ko-KR" dirty="0"/>
              <a:t>, threshold</a:t>
            </a:r>
            <a:r>
              <a:rPr lang="ko-KR" altLang="en-US" dirty="0"/>
              <a:t>가 </a:t>
            </a:r>
            <a:r>
              <a:rPr lang="en-US" altLang="ko-KR" dirty="0"/>
              <a:t>0</a:t>
            </a:r>
            <a:r>
              <a:rPr lang="ko-KR" altLang="en-US" dirty="0"/>
              <a:t>이므로 판정에 문제가 없다</a:t>
            </a:r>
            <a:r>
              <a:rPr lang="en-US" altLang="ko-KR" dirty="0"/>
              <a:t>. </a:t>
            </a:r>
          </a:p>
          <a:p>
            <a:r>
              <a:rPr lang="en-US" altLang="ko-KR" dirty="0"/>
              <a:t>SNR</a:t>
            </a:r>
            <a:r>
              <a:rPr lang="ko-KR" altLang="en-US" dirty="0"/>
              <a:t>이 작아지면 판정에 문제가 생기겠다는 것만 그래프로 보고 넘어간다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graphicFrame>
        <p:nvGraphicFramePr>
          <p:cNvPr id="8" name="차트 7">
            <a:extLst>
              <a:ext uri="{FF2B5EF4-FFF2-40B4-BE49-F238E27FC236}">
                <a16:creationId xmlns:a16="http://schemas.microsoft.com/office/drawing/2014/main" id="{4C76AB77-6440-45C6-92AB-68953E952B1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72587234"/>
              </p:ext>
            </p:extLst>
          </p:nvPr>
        </p:nvGraphicFramePr>
        <p:xfrm>
          <a:off x="504724" y="3721868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6153148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472B903A-6FE8-4D17-86F1-DFC21E226A67}"/>
              </a:ext>
            </a:extLst>
          </p:cNvPr>
          <p:cNvGrpSpPr/>
          <p:nvPr/>
        </p:nvGrpSpPr>
        <p:grpSpPr>
          <a:xfrm>
            <a:off x="0" y="650240"/>
            <a:ext cx="9936480" cy="6207760"/>
            <a:chOff x="-3790950" y="-2421799"/>
            <a:chExt cx="19773900" cy="11701599"/>
          </a:xfrm>
        </p:grpSpPr>
        <p:graphicFrame>
          <p:nvGraphicFramePr>
            <p:cNvPr id="7" name="차트 6">
              <a:extLst>
                <a:ext uri="{FF2B5EF4-FFF2-40B4-BE49-F238E27FC236}">
                  <a16:creationId xmlns:a16="http://schemas.microsoft.com/office/drawing/2014/main" id="{F80C0097-8430-4893-80E7-2A72BED1A09D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935301267"/>
                </p:ext>
              </p:extLst>
            </p:nvPr>
          </p:nvGraphicFramePr>
          <p:xfrm>
            <a:off x="6518910" y="561431"/>
            <a:ext cx="4537709" cy="2675709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graphicFrame>
          <p:nvGraphicFramePr>
            <p:cNvPr id="9" name="차트 8">
              <a:extLst>
                <a:ext uri="{FF2B5EF4-FFF2-40B4-BE49-F238E27FC236}">
                  <a16:creationId xmlns:a16="http://schemas.microsoft.com/office/drawing/2014/main" id="{18233801-876F-450C-8B06-789A88C98690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553823542"/>
                </p:ext>
              </p:extLst>
            </p:nvPr>
          </p:nvGraphicFramePr>
          <p:xfrm>
            <a:off x="6537960" y="-2326549"/>
            <a:ext cx="4537710" cy="2683329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graphicFrame>
          <p:nvGraphicFramePr>
            <p:cNvPr id="10" name="차트 9">
              <a:extLst>
                <a:ext uri="{FF2B5EF4-FFF2-40B4-BE49-F238E27FC236}">
                  <a16:creationId xmlns:a16="http://schemas.microsoft.com/office/drawing/2014/main" id="{E9FE459D-C7DB-4062-8455-C6D7ED9AC24D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449846845"/>
                </p:ext>
              </p:extLst>
            </p:nvPr>
          </p:nvGraphicFramePr>
          <p:xfrm>
            <a:off x="11365230" y="584291"/>
            <a:ext cx="4541520" cy="2690949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graphicFrame>
          <p:nvGraphicFramePr>
            <p:cNvPr id="11" name="차트 10">
              <a:extLst>
                <a:ext uri="{FF2B5EF4-FFF2-40B4-BE49-F238E27FC236}">
                  <a16:creationId xmlns:a16="http://schemas.microsoft.com/office/drawing/2014/main" id="{3769D15C-1245-4808-B71C-6E708B2820F2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703586716"/>
                </p:ext>
              </p:extLst>
            </p:nvPr>
          </p:nvGraphicFramePr>
          <p:xfrm>
            <a:off x="11441430" y="-2288449"/>
            <a:ext cx="4541520" cy="2675709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5"/>
            </a:graphicData>
          </a:graphic>
        </p:graphicFrame>
        <p:graphicFrame>
          <p:nvGraphicFramePr>
            <p:cNvPr id="12" name="차트 11">
              <a:extLst>
                <a:ext uri="{FF2B5EF4-FFF2-40B4-BE49-F238E27FC236}">
                  <a16:creationId xmlns:a16="http://schemas.microsoft.com/office/drawing/2014/main" id="{DC7CD2C7-7099-4299-A15A-8464A9E0A421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724219826"/>
                </p:ext>
              </p:extLst>
            </p:nvPr>
          </p:nvGraphicFramePr>
          <p:xfrm>
            <a:off x="-3577590" y="-2421799"/>
            <a:ext cx="4537710" cy="2683329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6"/>
            </a:graphicData>
          </a:graphic>
        </p:graphicFrame>
        <p:graphicFrame>
          <p:nvGraphicFramePr>
            <p:cNvPr id="13" name="차트 12">
              <a:extLst>
                <a:ext uri="{FF2B5EF4-FFF2-40B4-BE49-F238E27FC236}">
                  <a16:creationId xmlns:a16="http://schemas.microsoft.com/office/drawing/2014/main" id="{07F4F18B-17C9-4C07-92E8-33156EFDC523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058545606"/>
                </p:ext>
              </p:extLst>
            </p:nvPr>
          </p:nvGraphicFramePr>
          <p:xfrm>
            <a:off x="1306830" y="-2364649"/>
            <a:ext cx="4541520" cy="2683329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7"/>
            </a:graphicData>
          </a:graphic>
        </p:graphicFrame>
        <p:graphicFrame>
          <p:nvGraphicFramePr>
            <p:cNvPr id="14" name="차트 13">
              <a:extLst>
                <a:ext uri="{FF2B5EF4-FFF2-40B4-BE49-F238E27FC236}">
                  <a16:creationId xmlns:a16="http://schemas.microsoft.com/office/drawing/2014/main" id="{7AB93B37-7E90-4EA3-AED9-21FA6A0DB546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294655230"/>
                </p:ext>
              </p:extLst>
            </p:nvPr>
          </p:nvGraphicFramePr>
          <p:xfrm>
            <a:off x="-3695700" y="565241"/>
            <a:ext cx="4541520" cy="2683329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8"/>
            </a:graphicData>
          </a:graphic>
        </p:graphicFrame>
        <p:graphicFrame>
          <p:nvGraphicFramePr>
            <p:cNvPr id="15" name="차트 14">
              <a:extLst>
                <a:ext uri="{FF2B5EF4-FFF2-40B4-BE49-F238E27FC236}">
                  <a16:creationId xmlns:a16="http://schemas.microsoft.com/office/drawing/2014/main" id="{0B5B37AD-263A-40A5-9464-0981C605F493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238776032"/>
                </p:ext>
              </p:extLst>
            </p:nvPr>
          </p:nvGraphicFramePr>
          <p:xfrm>
            <a:off x="1306830" y="565241"/>
            <a:ext cx="4541520" cy="2683329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9"/>
            </a:graphicData>
          </a:graphic>
        </p:graphicFrame>
        <p:graphicFrame>
          <p:nvGraphicFramePr>
            <p:cNvPr id="16" name="차트 15">
              <a:extLst>
                <a:ext uri="{FF2B5EF4-FFF2-40B4-BE49-F238E27FC236}">
                  <a16:creationId xmlns:a16="http://schemas.microsoft.com/office/drawing/2014/main" id="{C0A824CE-A1DE-47C6-B83E-07D12CAEDD99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860104237"/>
                </p:ext>
              </p:extLst>
            </p:nvPr>
          </p:nvGraphicFramePr>
          <p:xfrm>
            <a:off x="-3676650" y="3529421"/>
            <a:ext cx="4541520" cy="2668089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0"/>
            </a:graphicData>
          </a:graphic>
        </p:graphicFrame>
        <p:graphicFrame>
          <p:nvGraphicFramePr>
            <p:cNvPr id="17" name="차트 16">
              <a:extLst>
                <a:ext uri="{FF2B5EF4-FFF2-40B4-BE49-F238E27FC236}">
                  <a16:creationId xmlns:a16="http://schemas.microsoft.com/office/drawing/2014/main" id="{71502BA9-906D-4F56-8915-F50034267D29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493483638"/>
                </p:ext>
              </p:extLst>
            </p:nvPr>
          </p:nvGraphicFramePr>
          <p:xfrm>
            <a:off x="1211580" y="3571331"/>
            <a:ext cx="4537710" cy="2683329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1"/>
            </a:graphicData>
          </a:graphic>
        </p:graphicFrame>
        <p:graphicFrame>
          <p:nvGraphicFramePr>
            <p:cNvPr id="18" name="차트 17">
              <a:extLst>
                <a:ext uri="{FF2B5EF4-FFF2-40B4-BE49-F238E27FC236}">
                  <a16:creationId xmlns:a16="http://schemas.microsoft.com/office/drawing/2014/main" id="{964BDBC3-4B83-4F9E-9462-83337F31CBF7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939734668"/>
                </p:ext>
              </p:extLst>
            </p:nvPr>
          </p:nvGraphicFramePr>
          <p:xfrm>
            <a:off x="-3790950" y="6516461"/>
            <a:ext cx="4541520" cy="2668089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2"/>
            </a:graphicData>
          </a:graphic>
        </p:graphicFrame>
        <p:graphicFrame>
          <p:nvGraphicFramePr>
            <p:cNvPr id="19" name="차트 18">
              <a:extLst>
                <a:ext uri="{FF2B5EF4-FFF2-40B4-BE49-F238E27FC236}">
                  <a16:creationId xmlns:a16="http://schemas.microsoft.com/office/drawing/2014/main" id="{58AACAFA-A00A-4E02-AE67-33B530ACF31B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713291884"/>
                </p:ext>
              </p:extLst>
            </p:nvPr>
          </p:nvGraphicFramePr>
          <p:xfrm>
            <a:off x="1211580" y="6516461"/>
            <a:ext cx="4537710" cy="2668089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3"/>
            </a:graphicData>
          </a:graphic>
        </p:graphicFrame>
        <p:graphicFrame>
          <p:nvGraphicFramePr>
            <p:cNvPr id="20" name="차트 19">
              <a:extLst>
                <a:ext uri="{FF2B5EF4-FFF2-40B4-BE49-F238E27FC236}">
                  <a16:creationId xmlns:a16="http://schemas.microsoft.com/office/drawing/2014/main" id="{6AA79CB2-A9C2-40CA-AD3A-A3ED16656325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239116738"/>
                </p:ext>
              </p:extLst>
            </p:nvPr>
          </p:nvGraphicFramePr>
          <p:xfrm>
            <a:off x="6557010" y="3609431"/>
            <a:ext cx="4537710" cy="2683329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4"/>
            </a:graphicData>
          </a:graphic>
        </p:graphicFrame>
        <p:graphicFrame>
          <p:nvGraphicFramePr>
            <p:cNvPr id="21" name="차트 20">
              <a:extLst>
                <a:ext uri="{FF2B5EF4-FFF2-40B4-BE49-F238E27FC236}">
                  <a16:creationId xmlns:a16="http://schemas.microsoft.com/office/drawing/2014/main" id="{C987E06C-7B65-46E6-BF99-53FD28BF12D5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22176453"/>
                </p:ext>
              </p:extLst>
            </p:nvPr>
          </p:nvGraphicFramePr>
          <p:xfrm>
            <a:off x="11441430" y="3666581"/>
            <a:ext cx="4541520" cy="2668089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5"/>
            </a:graphicData>
          </a:graphic>
        </p:graphicFrame>
        <p:graphicFrame>
          <p:nvGraphicFramePr>
            <p:cNvPr id="22" name="차트 21">
              <a:extLst>
                <a:ext uri="{FF2B5EF4-FFF2-40B4-BE49-F238E27FC236}">
                  <a16:creationId xmlns:a16="http://schemas.microsoft.com/office/drawing/2014/main" id="{777D8DA9-E9A6-4C87-BACA-DDCD887C6E51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297269173"/>
                </p:ext>
              </p:extLst>
            </p:nvPr>
          </p:nvGraphicFramePr>
          <p:xfrm>
            <a:off x="6438900" y="6596471"/>
            <a:ext cx="4541520" cy="2683329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6"/>
            </a:graphicData>
          </a:graphic>
        </p:graphicFrame>
        <p:graphicFrame>
          <p:nvGraphicFramePr>
            <p:cNvPr id="23" name="차트 22">
              <a:extLst>
                <a:ext uri="{FF2B5EF4-FFF2-40B4-BE49-F238E27FC236}">
                  <a16:creationId xmlns:a16="http://schemas.microsoft.com/office/drawing/2014/main" id="{E1B44FB3-30C1-4836-9CD9-F7782F610AF6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561849198"/>
                </p:ext>
              </p:extLst>
            </p:nvPr>
          </p:nvGraphicFramePr>
          <p:xfrm>
            <a:off x="11441430" y="6596471"/>
            <a:ext cx="4541520" cy="2683329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7"/>
            </a:graphicData>
          </a:graphic>
        </p:graphicFrame>
      </p:grp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7AF28A0C-5B6A-459B-87A4-68A9B1D7CC21}"/>
              </a:ext>
            </a:extLst>
          </p:cNvPr>
          <p:cNvCxnSpPr>
            <a:cxnSpLocks/>
          </p:cNvCxnSpPr>
          <p:nvPr/>
        </p:nvCxnSpPr>
        <p:spPr>
          <a:xfrm>
            <a:off x="28551" y="3829627"/>
            <a:ext cx="858981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635C1B74-0A59-44D2-B33D-C9C476A7BE01}"/>
              </a:ext>
            </a:extLst>
          </p:cNvPr>
          <p:cNvCxnSpPr>
            <a:cxnSpLocks/>
          </p:cNvCxnSpPr>
          <p:nvPr/>
        </p:nvCxnSpPr>
        <p:spPr>
          <a:xfrm flipV="1">
            <a:off x="5000485" y="1179022"/>
            <a:ext cx="0" cy="580043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3B68E841-DBCE-40DC-8389-1D93CFC3DEE5}"/>
              </a:ext>
            </a:extLst>
          </p:cNvPr>
          <p:cNvSpPr txBox="1"/>
          <p:nvPr/>
        </p:nvSpPr>
        <p:spPr>
          <a:xfrm>
            <a:off x="8533685" y="3644961"/>
            <a:ext cx="632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COS</a:t>
            </a:r>
            <a:endParaRPr lang="ko-KR" alt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8DF617E-4D58-497B-99F1-6BCC3625698B}"/>
              </a:ext>
            </a:extLst>
          </p:cNvPr>
          <p:cNvSpPr txBox="1"/>
          <p:nvPr/>
        </p:nvSpPr>
        <p:spPr>
          <a:xfrm>
            <a:off x="4724950" y="867606"/>
            <a:ext cx="632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SIN</a:t>
            </a:r>
            <a:endParaRPr lang="ko-KR" alt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5785C6F-CCED-408E-BBD4-4A4329D35A24}"/>
              </a:ext>
            </a:extLst>
          </p:cNvPr>
          <p:cNvSpPr txBox="1"/>
          <p:nvPr/>
        </p:nvSpPr>
        <p:spPr>
          <a:xfrm>
            <a:off x="47864" y="119788"/>
            <a:ext cx="11528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16- QAM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49438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>
            <a:extLst>
              <a:ext uri="{FF2B5EF4-FFF2-40B4-BE49-F238E27FC236}">
                <a16:creationId xmlns:a16="http://schemas.microsoft.com/office/drawing/2014/main" id="{A5785C6F-CCED-408E-BBD4-4A4329D35A24}"/>
              </a:ext>
            </a:extLst>
          </p:cNvPr>
          <p:cNvSpPr txBox="1"/>
          <p:nvPr/>
        </p:nvSpPr>
        <p:spPr>
          <a:xfrm>
            <a:off x="47864" y="119788"/>
            <a:ext cx="11528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16- QAM</a:t>
            </a:r>
            <a:endParaRPr lang="ko-KR" altLang="en-US" dirty="0"/>
          </a:p>
        </p:txBody>
      </p:sp>
      <p:graphicFrame>
        <p:nvGraphicFramePr>
          <p:cNvPr id="29" name="차트 28">
            <a:extLst>
              <a:ext uri="{FF2B5EF4-FFF2-40B4-BE49-F238E27FC236}">
                <a16:creationId xmlns:a16="http://schemas.microsoft.com/office/drawing/2014/main" id="{45DC875E-05CE-4487-83CA-8755583BA55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82100681"/>
              </p:ext>
            </p:extLst>
          </p:nvPr>
        </p:nvGraphicFramePr>
        <p:xfrm>
          <a:off x="252730" y="646962"/>
          <a:ext cx="6930390" cy="39859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47D4625A-7C46-4DD6-A1A0-5757B40CAA46}"/>
              </a:ext>
            </a:extLst>
          </p:cNvPr>
          <p:cNvSpPr txBox="1"/>
          <p:nvPr/>
        </p:nvSpPr>
        <p:spPr>
          <a:xfrm>
            <a:off x="252730" y="4790802"/>
            <a:ext cx="83615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16-QAM</a:t>
            </a:r>
            <a:r>
              <a:rPr lang="ko-KR" altLang="en-US" dirty="0"/>
              <a:t>은 </a:t>
            </a:r>
            <a:r>
              <a:rPr lang="en-US" altLang="ko-KR" dirty="0"/>
              <a:t>modulation</a:t>
            </a:r>
            <a:r>
              <a:rPr lang="ko-KR" altLang="en-US" dirty="0"/>
              <a:t>과정은 복잡하지 않지만</a:t>
            </a:r>
            <a:r>
              <a:rPr lang="en-US" altLang="ko-KR" dirty="0"/>
              <a:t>, QPSK</a:t>
            </a:r>
            <a:r>
              <a:rPr lang="ko-KR" altLang="en-US" dirty="0"/>
              <a:t>에 비해 판정이 복잡하다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010443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525</Words>
  <Application>Microsoft Office PowerPoint</Application>
  <PresentationFormat>와이드스크린</PresentationFormat>
  <Paragraphs>174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Seung Jae Baek</dc:creator>
  <cp:lastModifiedBy>Seung Jae Baek</cp:lastModifiedBy>
  <cp:revision>9</cp:revision>
  <dcterms:created xsi:type="dcterms:W3CDTF">2019-06-17T09:03:38Z</dcterms:created>
  <dcterms:modified xsi:type="dcterms:W3CDTF">2019-06-17T11:19:32Z</dcterms:modified>
</cp:coreProperties>
</file>